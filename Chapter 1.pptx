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41"/>
  </p:notesMasterIdLst>
  <p:handoutMasterIdLst>
    <p:handoutMasterId r:id="rId42"/>
  </p:handoutMasterIdLst>
  <p:sldIdLst>
    <p:sldId id="268" r:id="rId5"/>
    <p:sldId id="314" r:id="rId6"/>
    <p:sldId id="279" r:id="rId7"/>
    <p:sldId id="315" r:id="rId8"/>
    <p:sldId id="281" r:id="rId9"/>
    <p:sldId id="282" r:id="rId10"/>
    <p:sldId id="283" r:id="rId11"/>
    <p:sldId id="284" r:id="rId12"/>
    <p:sldId id="319" r:id="rId13"/>
    <p:sldId id="320" r:id="rId14"/>
    <p:sldId id="321" r:id="rId15"/>
    <p:sldId id="285" r:id="rId16"/>
    <p:sldId id="286" r:id="rId17"/>
    <p:sldId id="280" r:id="rId18"/>
    <p:sldId id="322" r:id="rId19"/>
    <p:sldId id="317" r:id="rId20"/>
    <p:sldId id="323" r:id="rId21"/>
    <p:sldId id="318" r:id="rId22"/>
    <p:sldId id="288"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01" r:id="rId36"/>
    <p:sldId id="302" r:id="rId37"/>
    <p:sldId id="324" r:id="rId38"/>
    <p:sldId id="307" r:id="rId39"/>
    <p:sldId id="313"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2F492A-5593-4DCA-A5DF-D95C5E80C3A5}" v="52" dt="2023-10-10T02:09:11.6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7" d="100"/>
          <a:sy n="97" d="100"/>
        </p:scale>
        <p:origin x="68" y="192"/>
      </p:cViewPr>
      <p:guideLst>
        <p:guide pos="3840"/>
        <p:guide orient="horz" pos="2160"/>
      </p:guideLst>
    </p:cSldViewPr>
  </p:slideViewPr>
  <p:notesTextViewPr>
    <p:cViewPr>
      <p:scale>
        <a:sx n="1" d="1"/>
        <a:sy n="1" d="1"/>
      </p:scale>
      <p:origin x="0" y="0"/>
    </p:cViewPr>
  </p:notesTextViewPr>
  <p:notesViewPr>
    <p:cSldViewPr snapToGrid="0">
      <p:cViewPr varScale="1">
        <p:scale>
          <a:sx n="82" d="100"/>
          <a:sy n="82" d="100"/>
        </p:scale>
        <p:origin x="385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FIZAH HAFIZAH BINTI MANSOR" userId="6fcbf676-0e22-4b62-b8a0-731e5120c703" providerId="ADAL" clId="{46A205DD-FF6B-44B0-A481-1CC1442785E7}"/>
    <pc:docChg chg="undo custSel modSld modMainMaster">
      <pc:chgData name="HAFIZAH HAFIZAH BINTI MANSOR" userId="6fcbf676-0e22-4b62-b8a0-731e5120c703" providerId="ADAL" clId="{46A205DD-FF6B-44B0-A481-1CC1442785E7}" dt="2020-10-13T04:57:37.123" v="137"/>
      <pc:docMkLst>
        <pc:docMk/>
      </pc:docMkLst>
      <pc:sldChg chg="modTransition">
        <pc:chgData name="HAFIZAH HAFIZAH BINTI MANSOR" userId="6fcbf676-0e22-4b62-b8a0-731e5120c703" providerId="ADAL" clId="{46A205DD-FF6B-44B0-A481-1CC1442785E7}" dt="2020-10-13T04:57:25.800" v="134"/>
        <pc:sldMkLst>
          <pc:docMk/>
          <pc:sldMk cId="2413251912" sldId="268"/>
        </pc:sldMkLst>
      </pc:sldChg>
      <pc:sldChg chg="modTransition">
        <pc:chgData name="HAFIZAH HAFIZAH BINTI MANSOR" userId="6fcbf676-0e22-4b62-b8a0-731e5120c703" providerId="ADAL" clId="{46A205DD-FF6B-44B0-A481-1CC1442785E7}" dt="2020-10-13T04:57:25.800" v="134"/>
        <pc:sldMkLst>
          <pc:docMk/>
          <pc:sldMk cId="340050278" sldId="279"/>
        </pc:sldMkLst>
      </pc:sldChg>
      <pc:sldChg chg="modTransition">
        <pc:chgData name="HAFIZAH HAFIZAH BINTI MANSOR" userId="6fcbf676-0e22-4b62-b8a0-731e5120c703" providerId="ADAL" clId="{46A205DD-FF6B-44B0-A481-1CC1442785E7}" dt="2020-10-13T04:57:25.800" v="134"/>
        <pc:sldMkLst>
          <pc:docMk/>
          <pc:sldMk cId="611075947" sldId="280"/>
        </pc:sldMkLst>
      </pc:sldChg>
      <pc:sldChg chg="modTransition">
        <pc:chgData name="HAFIZAH HAFIZAH BINTI MANSOR" userId="6fcbf676-0e22-4b62-b8a0-731e5120c703" providerId="ADAL" clId="{46A205DD-FF6B-44B0-A481-1CC1442785E7}" dt="2020-10-13T04:57:25.800" v="134"/>
        <pc:sldMkLst>
          <pc:docMk/>
          <pc:sldMk cId="1433615333" sldId="281"/>
        </pc:sldMkLst>
      </pc:sldChg>
      <pc:sldChg chg="modTransition">
        <pc:chgData name="HAFIZAH HAFIZAH BINTI MANSOR" userId="6fcbf676-0e22-4b62-b8a0-731e5120c703" providerId="ADAL" clId="{46A205DD-FF6B-44B0-A481-1CC1442785E7}" dt="2020-10-13T04:57:25.800" v="134"/>
        <pc:sldMkLst>
          <pc:docMk/>
          <pc:sldMk cId="472853471" sldId="282"/>
        </pc:sldMkLst>
      </pc:sldChg>
      <pc:sldChg chg="modTransition">
        <pc:chgData name="HAFIZAH HAFIZAH BINTI MANSOR" userId="6fcbf676-0e22-4b62-b8a0-731e5120c703" providerId="ADAL" clId="{46A205DD-FF6B-44B0-A481-1CC1442785E7}" dt="2020-10-13T04:57:25.800" v="134"/>
        <pc:sldMkLst>
          <pc:docMk/>
          <pc:sldMk cId="317428947" sldId="283"/>
        </pc:sldMkLst>
      </pc:sldChg>
      <pc:sldChg chg="modTransition">
        <pc:chgData name="HAFIZAH HAFIZAH BINTI MANSOR" userId="6fcbf676-0e22-4b62-b8a0-731e5120c703" providerId="ADAL" clId="{46A205DD-FF6B-44B0-A481-1CC1442785E7}" dt="2020-10-13T04:57:25.800" v="134"/>
        <pc:sldMkLst>
          <pc:docMk/>
          <pc:sldMk cId="3590652194" sldId="284"/>
        </pc:sldMkLst>
      </pc:sldChg>
      <pc:sldChg chg="modTransition">
        <pc:chgData name="HAFIZAH HAFIZAH BINTI MANSOR" userId="6fcbf676-0e22-4b62-b8a0-731e5120c703" providerId="ADAL" clId="{46A205DD-FF6B-44B0-A481-1CC1442785E7}" dt="2020-10-13T04:57:25.800" v="134"/>
        <pc:sldMkLst>
          <pc:docMk/>
          <pc:sldMk cId="775975474" sldId="285"/>
        </pc:sldMkLst>
      </pc:sldChg>
      <pc:sldChg chg="modTransition">
        <pc:chgData name="HAFIZAH HAFIZAH BINTI MANSOR" userId="6fcbf676-0e22-4b62-b8a0-731e5120c703" providerId="ADAL" clId="{46A205DD-FF6B-44B0-A481-1CC1442785E7}" dt="2020-10-13T04:57:25.800" v="134"/>
        <pc:sldMkLst>
          <pc:docMk/>
          <pc:sldMk cId="4002752873" sldId="286"/>
        </pc:sldMkLst>
      </pc:sldChg>
      <pc:sldChg chg="modTransition">
        <pc:chgData name="HAFIZAH HAFIZAH BINTI MANSOR" userId="6fcbf676-0e22-4b62-b8a0-731e5120c703" providerId="ADAL" clId="{46A205DD-FF6B-44B0-A481-1CC1442785E7}" dt="2020-10-13T04:57:25.800" v="134"/>
        <pc:sldMkLst>
          <pc:docMk/>
          <pc:sldMk cId="2864579629" sldId="287"/>
        </pc:sldMkLst>
      </pc:sldChg>
      <pc:sldChg chg="modSp mod modTransition">
        <pc:chgData name="HAFIZAH HAFIZAH BINTI MANSOR" userId="6fcbf676-0e22-4b62-b8a0-731e5120c703" providerId="ADAL" clId="{46A205DD-FF6B-44B0-A481-1CC1442785E7}" dt="2020-10-13T04:57:25.800" v="134"/>
        <pc:sldMkLst>
          <pc:docMk/>
          <pc:sldMk cId="950203642" sldId="288"/>
        </pc:sldMkLst>
        <pc:spChg chg="mod">
          <ac:chgData name="HAFIZAH HAFIZAH BINTI MANSOR" userId="6fcbf676-0e22-4b62-b8a0-731e5120c703" providerId="ADAL" clId="{46A205DD-FF6B-44B0-A481-1CC1442785E7}" dt="2020-10-09T06:54:48.531" v="12" actId="20577"/>
          <ac:spMkLst>
            <pc:docMk/>
            <pc:sldMk cId="950203642" sldId="288"/>
            <ac:spMk id="34819" creationId="{43951C42-CA2A-4775-BF10-BBFFE6445C47}"/>
          </ac:spMkLst>
        </pc:spChg>
      </pc:sldChg>
      <pc:sldChg chg="modTransition">
        <pc:chgData name="HAFIZAH HAFIZAH BINTI MANSOR" userId="6fcbf676-0e22-4b62-b8a0-731e5120c703" providerId="ADAL" clId="{46A205DD-FF6B-44B0-A481-1CC1442785E7}" dt="2020-10-13T04:57:25.800" v="134"/>
        <pc:sldMkLst>
          <pc:docMk/>
          <pc:sldMk cId="891880860" sldId="289"/>
        </pc:sldMkLst>
      </pc:sldChg>
      <pc:sldChg chg="modSp mod modTransition">
        <pc:chgData name="HAFIZAH HAFIZAH BINTI MANSOR" userId="6fcbf676-0e22-4b62-b8a0-731e5120c703" providerId="ADAL" clId="{46A205DD-FF6B-44B0-A481-1CC1442785E7}" dt="2020-10-13T04:57:25.800" v="134"/>
        <pc:sldMkLst>
          <pc:docMk/>
          <pc:sldMk cId="3696938634" sldId="290"/>
        </pc:sldMkLst>
        <pc:spChg chg="mod">
          <ac:chgData name="HAFIZAH HAFIZAH BINTI MANSOR" userId="6fcbf676-0e22-4b62-b8a0-731e5120c703" providerId="ADAL" clId="{46A205DD-FF6B-44B0-A481-1CC1442785E7}" dt="2020-10-13T01:59:16.484" v="16" actId="255"/>
          <ac:spMkLst>
            <pc:docMk/>
            <pc:sldMk cId="3696938634" sldId="290"/>
            <ac:spMk id="12" creationId="{00000000-0000-0000-0000-000000000000}"/>
          </ac:spMkLst>
        </pc:spChg>
      </pc:sldChg>
      <pc:sldChg chg="modTransition">
        <pc:chgData name="HAFIZAH HAFIZAH BINTI MANSOR" userId="6fcbf676-0e22-4b62-b8a0-731e5120c703" providerId="ADAL" clId="{46A205DD-FF6B-44B0-A481-1CC1442785E7}" dt="2020-10-13T04:57:25.800" v="134"/>
        <pc:sldMkLst>
          <pc:docMk/>
          <pc:sldMk cId="1621790654" sldId="291"/>
        </pc:sldMkLst>
      </pc:sldChg>
      <pc:sldChg chg="modTransition">
        <pc:chgData name="HAFIZAH HAFIZAH BINTI MANSOR" userId="6fcbf676-0e22-4b62-b8a0-731e5120c703" providerId="ADAL" clId="{46A205DD-FF6B-44B0-A481-1CC1442785E7}" dt="2020-10-13T04:57:25.800" v="134"/>
        <pc:sldMkLst>
          <pc:docMk/>
          <pc:sldMk cId="4052188078" sldId="292"/>
        </pc:sldMkLst>
      </pc:sldChg>
      <pc:sldChg chg="modTransition">
        <pc:chgData name="HAFIZAH HAFIZAH BINTI MANSOR" userId="6fcbf676-0e22-4b62-b8a0-731e5120c703" providerId="ADAL" clId="{46A205DD-FF6B-44B0-A481-1CC1442785E7}" dt="2020-10-13T04:57:25.800" v="134"/>
        <pc:sldMkLst>
          <pc:docMk/>
          <pc:sldMk cId="3447414471" sldId="293"/>
        </pc:sldMkLst>
      </pc:sldChg>
      <pc:sldChg chg="modTransition">
        <pc:chgData name="HAFIZAH HAFIZAH BINTI MANSOR" userId="6fcbf676-0e22-4b62-b8a0-731e5120c703" providerId="ADAL" clId="{46A205DD-FF6B-44B0-A481-1CC1442785E7}" dt="2020-10-13T04:57:25.800" v="134"/>
        <pc:sldMkLst>
          <pc:docMk/>
          <pc:sldMk cId="2860731101" sldId="294"/>
        </pc:sldMkLst>
      </pc:sldChg>
      <pc:sldChg chg="addSp delSp modSp mod modTransition">
        <pc:chgData name="HAFIZAH HAFIZAH BINTI MANSOR" userId="6fcbf676-0e22-4b62-b8a0-731e5120c703" providerId="ADAL" clId="{46A205DD-FF6B-44B0-A481-1CC1442785E7}" dt="2020-10-13T04:57:37.123" v="137"/>
        <pc:sldMkLst>
          <pc:docMk/>
          <pc:sldMk cId="2242706231" sldId="295"/>
        </pc:sldMkLst>
        <pc:grpChg chg="add mod">
          <ac:chgData name="HAFIZAH HAFIZAH BINTI MANSOR" userId="6fcbf676-0e22-4b62-b8a0-731e5120c703" providerId="ADAL" clId="{46A205DD-FF6B-44B0-A481-1CC1442785E7}" dt="2020-10-13T04:55:04.243" v="126" actId="1038"/>
          <ac:grpSpMkLst>
            <pc:docMk/>
            <pc:sldMk cId="2242706231" sldId="295"/>
            <ac:grpSpMk id="41" creationId="{E2C4D104-D547-4B75-8146-02456230EC79}"/>
          </ac:grpSpMkLst>
        </pc:grpChg>
        <pc:grpChg chg="add mod">
          <ac:chgData name="HAFIZAH HAFIZAH BINTI MANSOR" userId="6fcbf676-0e22-4b62-b8a0-731e5120c703" providerId="ADAL" clId="{46A205DD-FF6B-44B0-A481-1CC1442785E7}" dt="2020-10-13T04:55:10.572" v="128" actId="1076"/>
          <ac:grpSpMkLst>
            <pc:docMk/>
            <pc:sldMk cId="2242706231" sldId="295"/>
            <ac:grpSpMk id="44" creationId="{55BA61AC-C5B8-43B5-9A34-1199192D0A06}"/>
          </ac:grpSpMkLst>
        </pc:grpChg>
        <pc:grpChg chg="add mod">
          <ac:chgData name="HAFIZAH HAFIZAH BINTI MANSOR" userId="6fcbf676-0e22-4b62-b8a0-731e5120c703" providerId="ADAL" clId="{46A205DD-FF6B-44B0-A481-1CC1442785E7}" dt="2020-10-13T04:55:17.872" v="133" actId="1036"/>
          <ac:grpSpMkLst>
            <pc:docMk/>
            <pc:sldMk cId="2242706231" sldId="295"/>
            <ac:grpSpMk id="47" creationId="{61FAAF5E-BDD3-4620-B96F-7DC8DD952B45}"/>
          </ac:grpSpMkLst>
        </pc:grpChg>
        <pc:grpChg chg="add mod">
          <ac:chgData name="HAFIZAH HAFIZAH BINTI MANSOR" userId="6fcbf676-0e22-4b62-b8a0-731e5120c703" providerId="ADAL" clId="{46A205DD-FF6B-44B0-A481-1CC1442785E7}" dt="2020-10-13T04:54:32.653" v="112" actId="164"/>
          <ac:grpSpMkLst>
            <pc:docMk/>
            <pc:sldMk cId="2242706231" sldId="295"/>
            <ac:grpSpMk id="9216" creationId="{8C0F8E41-520E-4F30-9743-A6EA8AA2C305}"/>
          </ac:grpSpMkLst>
        </pc:grpChg>
        <pc:cxnChg chg="add mod">
          <ac:chgData name="HAFIZAH HAFIZAH BINTI MANSOR" userId="6fcbf676-0e22-4b62-b8a0-731e5120c703" providerId="ADAL" clId="{46A205DD-FF6B-44B0-A481-1CC1442785E7}" dt="2020-10-13T04:54:32.653" v="112" actId="164"/>
          <ac:cxnSpMkLst>
            <pc:docMk/>
            <pc:sldMk cId="2242706231" sldId="295"/>
            <ac:cxnSpMk id="3" creationId="{C37E04DA-25C3-470E-91EA-A44A12D90185}"/>
          </ac:cxnSpMkLst>
        </pc:cxnChg>
        <pc:cxnChg chg="add del">
          <ac:chgData name="HAFIZAH HAFIZAH BINTI MANSOR" userId="6fcbf676-0e22-4b62-b8a0-731e5120c703" providerId="ADAL" clId="{46A205DD-FF6B-44B0-A481-1CC1442785E7}" dt="2020-10-13T04:54:03.317" v="109" actId="478"/>
          <ac:cxnSpMkLst>
            <pc:docMk/>
            <pc:sldMk cId="2242706231" sldId="295"/>
            <ac:cxnSpMk id="6" creationId="{1EA63FDD-1248-451A-A452-177F6CF9F351}"/>
          </ac:cxnSpMkLst>
        </pc:cxnChg>
        <pc:cxnChg chg="add del mod">
          <ac:chgData name="HAFIZAH HAFIZAH BINTI MANSOR" userId="6fcbf676-0e22-4b62-b8a0-731e5120c703" providerId="ADAL" clId="{46A205DD-FF6B-44B0-A481-1CC1442785E7}" dt="2020-10-13T04:54:44.216" v="113" actId="478"/>
          <ac:cxnSpMkLst>
            <pc:docMk/>
            <pc:sldMk cId="2242706231" sldId="295"/>
            <ac:cxnSpMk id="30" creationId="{487344D2-841C-458F-B835-6E46FB7FB866}"/>
          </ac:cxnSpMkLst>
        </pc:cxnChg>
        <pc:cxnChg chg="add del mod">
          <ac:chgData name="HAFIZAH HAFIZAH BINTI MANSOR" userId="6fcbf676-0e22-4b62-b8a0-731e5120c703" providerId="ADAL" clId="{46A205DD-FF6B-44B0-A481-1CC1442785E7}" dt="2020-10-13T04:54:46.694" v="114" actId="478"/>
          <ac:cxnSpMkLst>
            <pc:docMk/>
            <pc:sldMk cId="2242706231" sldId="295"/>
            <ac:cxnSpMk id="31" creationId="{736856F9-69CC-4076-BB23-8196F39DFB54}"/>
          </ac:cxnSpMkLst>
        </pc:cxnChg>
        <pc:cxnChg chg="add del mod">
          <ac:chgData name="HAFIZAH HAFIZAH BINTI MANSOR" userId="6fcbf676-0e22-4b62-b8a0-731e5120c703" providerId="ADAL" clId="{46A205DD-FF6B-44B0-A481-1CC1442785E7}" dt="2020-10-13T04:54:48.788" v="115" actId="478"/>
          <ac:cxnSpMkLst>
            <pc:docMk/>
            <pc:sldMk cId="2242706231" sldId="295"/>
            <ac:cxnSpMk id="32" creationId="{AEC3BF79-1ADF-4AC8-A078-DAFBD231F500}"/>
          </ac:cxnSpMkLst>
        </pc:cxnChg>
        <pc:cxnChg chg="add del mod">
          <ac:chgData name="HAFIZAH HAFIZAH BINTI MANSOR" userId="6fcbf676-0e22-4b62-b8a0-731e5120c703" providerId="ADAL" clId="{46A205DD-FF6B-44B0-A481-1CC1442785E7}" dt="2020-10-13T04:54:44.216" v="113" actId="478"/>
          <ac:cxnSpMkLst>
            <pc:docMk/>
            <pc:sldMk cId="2242706231" sldId="295"/>
            <ac:cxnSpMk id="34" creationId="{352D0732-12AC-49F6-B7F2-A63CFE2F162D}"/>
          </ac:cxnSpMkLst>
        </pc:cxnChg>
        <pc:cxnChg chg="add del mod">
          <ac:chgData name="HAFIZAH HAFIZAH BINTI MANSOR" userId="6fcbf676-0e22-4b62-b8a0-731e5120c703" providerId="ADAL" clId="{46A205DD-FF6B-44B0-A481-1CC1442785E7}" dt="2020-10-13T04:54:53.388" v="117" actId="478"/>
          <ac:cxnSpMkLst>
            <pc:docMk/>
            <pc:sldMk cId="2242706231" sldId="295"/>
            <ac:cxnSpMk id="37" creationId="{1356CDEC-E9E6-45DF-8960-2C550DD074B9}"/>
          </ac:cxnSpMkLst>
        </pc:cxnChg>
        <pc:cxnChg chg="add del mod">
          <ac:chgData name="HAFIZAH HAFIZAH BINTI MANSOR" userId="6fcbf676-0e22-4b62-b8a0-731e5120c703" providerId="ADAL" clId="{46A205DD-FF6B-44B0-A481-1CC1442785E7}" dt="2020-10-13T04:54:50.884" v="116" actId="478"/>
          <ac:cxnSpMkLst>
            <pc:docMk/>
            <pc:sldMk cId="2242706231" sldId="295"/>
            <ac:cxnSpMk id="38" creationId="{92278873-0A8A-47DC-8CD3-096CC50C46CE}"/>
          </ac:cxnSpMkLst>
        </pc:cxnChg>
        <pc:cxnChg chg="add mod">
          <ac:chgData name="HAFIZAH HAFIZAH BINTI MANSOR" userId="6fcbf676-0e22-4b62-b8a0-731e5120c703" providerId="ADAL" clId="{46A205DD-FF6B-44B0-A481-1CC1442785E7}" dt="2020-10-13T04:54:32.653" v="112" actId="164"/>
          <ac:cxnSpMkLst>
            <pc:docMk/>
            <pc:sldMk cId="2242706231" sldId="295"/>
            <ac:cxnSpMk id="39" creationId="{1F2AABC9-B8C7-481C-AE25-210ED35099BB}"/>
          </ac:cxnSpMkLst>
        </pc:cxnChg>
        <pc:cxnChg chg="mod">
          <ac:chgData name="HAFIZAH HAFIZAH BINTI MANSOR" userId="6fcbf676-0e22-4b62-b8a0-731e5120c703" providerId="ADAL" clId="{46A205DD-FF6B-44B0-A481-1CC1442785E7}" dt="2020-10-13T04:54:56.405" v="118"/>
          <ac:cxnSpMkLst>
            <pc:docMk/>
            <pc:sldMk cId="2242706231" sldId="295"/>
            <ac:cxnSpMk id="42" creationId="{EE83EC6F-0B37-45EB-876A-A03627C5FA40}"/>
          </ac:cxnSpMkLst>
        </pc:cxnChg>
        <pc:cxnChg chg="mod">
          <ac:chgData name="HAFIZAH HAFIZAH BINTI MANSOR" userId="6fcbf676-0e22-4b62-b8a0-731e5120c703" providerId="ADAL" clId="{46A205DD-FF6B-44B0-A481-1CC1442785E7}" dt="2020-10-13T04:54:56.405" v="118"/>
          <ac:cxnSpMkLst>
            <pc:docMk/>
            <pc:sldMk cId="2242706231" sldId="295"/>
            <ac:cxnSpMk id="43" creationId="{13F5FD54-9842-405D-BDAA-962C9A462D98}"/>
          </ac:cxnSpMkLst>
        </pc:cxnChg>
        <pc:cxnChg chg="mod">
          <ac:chgData name="HAFIZAH HAFIZAH BINTI MANSOR" userId="6fcbf676-0e22-4b62-b8a0-731e5120c703" providerId="ADAL" clId="{46A205DD-FF6B-44B0-A481-1CC1442785E7}" dt="2020-10-13T04:55:05.774" v="127"/>
          <ac:cxnSpMkLst>
            <pc:docMk/>
            <pc:sldMk cId="2242706231" sldId="295"/>
            <ac:cxnSpMk id="45" creationId="{1F75D3AC-040E-4363-8F23-95C664F3BB66}"/>
          </ac:cxnSpMkLst>
        </pc:cxnChg>
        <pc:cxnChg chg="mod">
          <ac:chgData name="HAFIZAH HAFIZAH BINTI MANSOR" userId="6fcbf676-0e22-4b62-b8a0-731e5120c703" providerId="ADAL" clId="{46A205DD-FF6B-44B0-A481-1CC1442785E7}" dt="2020-10-13T04:55:05.774" v="127"/>
          <ac:cxnSpMkLst>
            <pc:docMk/>
            <pc:sldMk cId="2242706231" sldId="295"/>
            <ac:cxnSpMk id="46" creationId="{8455A77D-4E15-4EE4-B06F-3BA478D5868F}"/>
          </ac:cxnSpMkLst>
        </pc:cxnChg>
        <pc:cxnChg chg="mod">
          <ac:chgData name="HAFIZAH HAFIZAH BINTI MANSOR" userId="6fcbf676-0e22-4b62-b8a0-731e5120c703" providerId="ADAL" clId="{46A205DD-FF6B-44B0-A481-1CC1442785E7}" dt="2020-10-13T04:55:12.663" v="129"/>
          <ac:cxnSpMkLst>
            <pc:docMk/>
            <pc:sldMk cId="2242706231" sldId="295"/>
            <ac:cxnSpMk id="48" creationId="{368C16E0-41BA-44AF-AE99-C20AEF124C7A}"/>
          </ac:cxnSpMkLst>
        </pc:cxnChg>
        <pc:cxnChg chg="mod">
          <ac:chgData name="HAFIZAH HAFIZAH BINTI MANSOR" userId="6fcbf676-0e22-4b62-b8a0-731e5120c703" providerId="ADAL" clId="{46A205DD-FF6B-44B0-A481-1CC1442785E7}" dt="2020-10-13T04:55:12.663" v="129"/>
          <ac:cxnSpMkLst>
            <pc:docMk/>
            <pc:sldMk cId="2242706231" sldId="295"/>
            <ac:cxnSpMk id="49" creationId="{BE4B315D-F92C-413C-A09B-EB0FBAF8A0DB}"/>
          </ac:cxnSpMkLst>
        </pc:cxnChg>
      </pc:sldChg>
      <pc:sldChg chg="modTransition">
        <pc:chgData name="HAFIZAH HAFIZAH BINTI MANSOR" userId="6fcbf676-0e22-4b62-b8a0-731e5120c703" providerId="ADAL" clId="{46A205DD-FF6B-44B0-A481-1CC1442785E7}" dt="2020-10-13T04:57:25.800" v="134"/>
        <pc:sldMkLst>
          <pc:docMk/>
          <pc:sldMk cId="1681988399" sldId="296"/>
        </pc:sldMkLst>
      </pc:sldChg>
      <pc:sldChg chg="modTransition">
        <pc:chgData name="HAFIZAH HAFIZAH BINTI MANSOR" userId="6fcbf676-0e22-4b62-b8a0-731e5120c703" providerId="ADAL" clId="{46A205DD-FF6B-44B0-A481-1CC1442785E7}" dt="2020-10-13T04:57:25.800" v="134"/>
        <pc:sldMkLst>
          <pc:docMk/>
          <pc:sldMk cId="2745190532" sldId="297"/>
        </pc:sldMkLst>
      </pc:sldChg>
      <pc:sldChg chg="modTransition">
        <pc:chgData name="HAFIZAH HAFIZAH BINTI MANSOR" userId="6fcbf676-0e22-4b62-b8a0-731e5120c703" providerId="ADAL" clId="{46A205DD-FF6B-44B0-A481-1CC1442785E7}" dt="2020-10-13T04:57:25.800" v="134"/>
        <pc:sldMkLst>
          <pc:docMk/>
          <pc:sldMk cId="516307036" sldId="298"/>
        </pc:sldMkLst>
      </pc:sldChg>
      <pc:sldChg chg="modTransition">
        <pc:chgData name="HAFIZAH HAFIZAH BINTI MANSOR" userId="6fcbf676-0e22-4b62-b8a0-731e5120c703" providerId="ADAL" clId="{46A205DD-FF6B-44B0-A481-1CC1442785E7}" dt="2020-10-13T04:57:25.800" v="134"/>
        <pc:sldMkLst>
          <pc:docMk/>
          <pc:sldMk cId="3754633805" sldId="299"/>
        </pc:sldMkLst>
      </pc:sldChg>
      <pc:sldChg chg="modTransition">
        <pc:chgData name="HAFIZAH HAFIZAH BINTI MANSOR" userId="6fcbf676-0e22-4b62-b8a0-731e5120c703" providerId="ADAL" clId="{46A205DD-FF6B-44B0-A481-1CC1442785E7}" dt="2020-10-13T04:57:25.800" v="134"/>
        <pc:sldMkLst>
          <pc:docMk/>
          <pc:sldMk cId="3837093304" sldId="300"/>
        </pc:sldMkLst>
      </pc:sldChg>
      <pc:sldChg chg="modTransition">
        <pc:chgData name="HAFIZAH HAFIZAH BINTI MANSOR" userId="6fcbf676-0e22-4b62-b8a0-731e5120c703" providerId="ADAL" clId="{46A205DD-FF6B-44B0-A481-1CC1442785E7}" dt="2020-10-13T04:57:25.800" v="134"/>
        <pc:sldMkLst>
          <pc:docMk/>
          <pc:sldMk cId="1370029020" sldId="301"/>
        </pc:sldMkLst>
      </pc:sldChg>
      <pc:sldChg chg="modTransition">
        <pc:chgData name="HAFIZAH HAFIZAH BINTI MANSOR" userId="6fcbf676-0e22-4b62-b8a0-731e5120c703" providerId="ADAL" clId="{46A205DD-FF6B-44B0-A481-1CC1442785E7}" dt="2020-10-13T04:57:25.800" v="134"/>
        <pc:sldMkLst>
          <pc:docMk/>
          <pc:sldMk cId="820832951" sldId="302"/>
        </pc:sldMkLst>
      </pc:sldChg>
      <pc:sldChg chg="modTransition">
        <pc:chgData name="HAFIZAH HAFIZAH BINTI MANSOR" userId="6fcbf676-0e22-4b62-b8a0-731e5120c703" providerId="ADAL" clId="{46A205DD-FF6B-44B0-A481-1CC1442785E7}" dt="2020-10-13T04:57:25.800" v="134"/>
        <pc:sldMkLst>
          <pc:docMk/>
          <pc:sldMk cId="4186733972" sldId="304"/>
        </pc:sldMkLst>
      </pc:sldChg>
      <pc:sldChg chg="modTransition">
        <pc:chgData name="HAFIZAH HAFIZAH BINTI MANSOR" userId="6fcbf676-0e22-4b62-b8a0-731e5120c703" providerId="ADAL" clId="{46A205DD-FF6B-44B0-A481-1CC1442785E7}" dt="2020-10-13T04:57:25.800" v="134"/>
        <pc:sldMkLst>
          <pc:docMk/>
          <pc:sldMk cId="4105731685" sldId="305"/>
        </pc:sldMkLst>
      </pc:sldChg>
      <pc:sldChg chg="modTransition">
        <pc:chgData name="HAFIZAH HAFIZAH BINTI MANSOR" userId="6fcbf676-0e22-4b62-b8a0-731e5120c703" providerId="ADAL" clId="{46A205DD-FF6B-44B0-A481-1CC1442785E7}" dt="2020-10-13T04:57:25.800" v="134"/>
        <pc:sldMkLst>
          <pc:docMk/>
          <pc:sldMk cId="909967510" sldId="306"/>
        </pc:sldMkLst>
      </pc:sldChg>
      <pc:sldChg chg="modTransition">
        <pc:chgData name="HAFIZAH HAFIZAH BINTI MANSOR" userId="6fcbf676-0e22-4b62-b8a0-731e5120c703" providerId="ADAL" clId="{46A205DD-FF6B-44B0-A481-1CC1442785E7}" dt="2020-10-13T04:57:25.800" v="134"/>
        <pc:sldMkLst>
          <pc:docMk/>
          <pc:sldMk cId="2263500203" sldId="307"/>
        </pc:sldMkLst>
      </pc:sldChg>
      <pc:sldChg chg="modTransition">
        <pc:chgData name="HAFIZAH HAFIZAH BINTI MANSOR" userId="6fcbf676-0e22-4b62-b8a0-731e5120c703" providerId="ADAL" clId="{46A205DD-FF6B-44B0-A481-1CC1442785E7}" dt="2020-10-13T04:57:25.800" v="134"/>
        <pc:sldMkLst>
          <pc:docMk/>
          <pc:sldMk cId="235455272" sldId="308"/>
        </pc:sldMkLst>
      </pc:sldChg>
      <pc:sldChg chg="modTransition">
        <pc:chgData name="HAFIZAH HAFIZAH BINTI MANSOR" userId="6fcbf676-0e22-4b62-b8a0-731e5120c703" providerId="ADAL" clId="{46A205DD-FF6B-44B0-A481-1CC1442785E7}" dt="2020-10-13T04:57:25.800" v="134"/>
        <pc:sldMkLst>
          <pc:docMk/>
          <pc:sldMk cId="3960915055" sldId="309"/>
        </pc:sldMkLst>
      </pc:sldChg>
      <pc:sldChg chg="modTransition">
        <pc:chgData name="HAFIZAH HAFIZAH BINTI MANSOR" userId="6fcbf676-0e22-4b62-b8a0-731e5120c703" providerId="ADAL" clId="{46A205DD-FF6B-44B0-A481-1CC1442785E7}" dt="2020-10-13T04:57:25.800" v="134"/>
        <pc:sldMkLst>
          <pc:docMk/>
          <pc:sldMk cId="1281977750" sldId="310"/>
        </pc:sldMkLst>
      </pc:sldChg>
      <pc:sldChg chg="modTransition">
        <pc:chgData name="HAFIZAH HAFIZAH BINTI MANSOR" userId="6fcbf676-0e22-4b62-b8a0-731e5120c703" providerId="ADAL" clId="{46A205DD-FF6B-44B0-A481-1CC1442785E7}" dt="2020-10-13T04:57:25.800" v="134"/>
        <pc:sldMkLst>
          <pc:docMk/>
          <pc:sldMk cId="1152501456" sldId="311"/>
        </pc:sldMkLst>
      </pc:sldChg>
      <pc:sldChg chg="modTransition">
        <pc:chgData name="HAFIZAH HAFIZAH BINTI MANSOR" userId="6fcbf676-0e22-4b62-b8a0-731e5120c703" providerId="ADAL" clId="{46A205DD-FF6B-44B0-A481-1CC1442785E7}" dt="2020-10-13T04:57:25.800" v="134"/>
        <pc:sldMkLst>
          <pc:docMk/>
          <pc:sldMk cId="3460048197" sldId="312"/>
        </pc:sldMkLst>
      </pc:sldChg>
      <pc:sldChg chg="modTransition">
        <pc:chgData name="HAFIZAH HAFIZAH BINTI MANSOR" userId="6fcbf676-0e22-4b62-b8a0-731e5120c703" providerId="ADAL" clId="{46A205DD-FF6B-44B0-A481-1CC1442785E7}" dt="2020-10-13T04:57:25.800" v="134"/>
        <pc:sldMkLst>
          <pc:docMk/>
          <pc:sldMk cId="1484374263" sldId="313"/>
        </pc:sldMkLst>
      </pc:sldChg>
      <pc:sldMasterChg chg="modTransition modSldLayout">
        <pc:chgData name="HAFIZAH HAFIZAH BINTI MANSOR" userId="6fcbf676-0e22-4b62-b8a0-731e5120c703" providerId="ADAL" clId="{46A205DD-FF6B-44B0-A481-1CC1442785E7}" dt="2020-10-13T04:57:25.800" v="134"/>
        <pc:sldMasterMkLst>
          <pc:docMk/>
          <pc:sldMasterMk cId="1943259863" sldId="2147483648"/>
        </pc:sldMasterMkLst>
        <pc:sldLayoutChg chg="modTransition">
          <pc:chgData name="HAFIZAH HAFIZAH BINTI MANSOR" userId="6fcbf676-0e22-4b62-b8a0-731e5120c703" providerId="ADAL" clId="{46A205DD-FF6B-44B0-A481-1CC1442785E7}" dt="2020-10-13T04:57:25.800" v="134"/>
          <pc:sldLayoutMkLst>
            <pc:docMk/>
            <pc:sldMasterMk cId="1943259863" sldId="2147483648"/>
            <pc:sldLayoutMk cId="798862757" sldId="2147483649"/>
          </pc:sldLayoutMkLst>
        </pc:sldLayoutChg>
        <pc:sldLayoutChg chg="modTransition">
          <pc:chgData name="HAFIZAH HAFIZAH BINTI MANSOR" userId="6fcbf676-0e22-4b62-b8a0-731e5120c703" providerId="ADAL" clId="{46A205DD-FF6B-44B0-A481-1CC1442785E7}" dt="2020-10-13T04:57:25.800" v="134"/>
          <pc:sldLayoutMkLst>
            <pc:docMk/>
            <pc:sldMasterMk cId="1943259863" sldId="2147483648"/>
            <pc:sldLayoutMk cId="3112444112" sldId="2147483650"/>
          </pc:sldLayoutMkLst>
        </pc:sldLayoutChg>
        <pc:sldLayoutChg chg="modTransition">
          <pc:chgData name="HAFIZAH HAFIZAH BINTI MANSOR" userId="6fcbf676-0e22-4b62-b8a0-731e5120c703" providerId="ADAL" clId="{46A205DD-FF6B-44B0-A481-1CC1442785E7}" dt="2020-10-13T04:57:25.800" v="134"/>
          <pc:sldLayoutMkLst>
            <pc:docMk/>
            <pc:sldMasterMk cId="1943259863" sldId="2147483648"/>
            <pc:sldLayoutMk cId="3506778040" sldId="2147483651"/>
          </pc:sldLayoutMkLst>
        </pc:sldLayoutChg>
        <pc:sldLayoutChg chg="modTransition">
          <pc:chgData name="HAFIZAH HAFIZAH BINTI MANSOR" userId="6fcbf676-0e22-4b62-b8a0-731e5120c703" providerId="ADAL" clId="{46A205DD-FF6B-44B0-A481-1CC1442785E7}" dt="2020-10-13T04:57:25.800" v="134"/>
          <pc:sldLayoutMkLst>
            <pc:docMk/>
            <pc:sldMasterMk cId="1943259863" sldId="2147483648"/>
            <pc:sldLayoutMk cId="4044567947" sldId="2147483652"/>
          </pc:sldLayoutMkLst>
        </pc:sldLayoutChg>
        <pc:sldLayoutChg chg="modTransition">
          <pc:chgData name="HAFIZAH HAFIZAH BINTI MANSOR" userId="6fcbf676-0e22-4b62-b8a0-731e5120c703" providerId="ADAL" clId="{46A205DD-FF6B-44B0-A481-1CC1442785E7}" dt="2020-10-13T04:57:25.800" v="134"/>
          <pc:sldLayoutMkLst>
            <pc:docMk/>
            <pc:sldMasterMk cId="1943259863" sldId="2147483648"/>
            <pc:sldLayoutMk cId="3397906568" sldId="2147483653"/>
          </pc:sldLayoutMkLst>
        </pc:sldLayoutChg>
        <pc:sldLayoutChg chg="modTransition">
          <pc:chgData name="HAFIZAH HAFIZAH BINTI MANSOR" userId="6fcbf676-0e22-4b62-b8a0-731e5120c703" providerId="ADAL" clId="{46A205DD-FF6B-44B0-A481-1CC1442785E7}" dt="2020-10-13T04:57:25.800" v="134"/>
          <pc:sldLayoutMkLst>
            <pc:docMk/>
            <pc:sldMasterMk cId="1943259863" sldId="2147483648"/>
            <pc:sldLayoutMk cId="3238976713" sldId="2147483654"/>
          </pc:sldLayoutMkLst>
        </pc:sldLayoutChg>
        <pc:sldLayoutChg chg="modTransition">
          <pc:chgData name="HAFIZAH HAFIZAH BINTI MANSOR" userId="6fcbf676-0e22-4b62-b8a0-731e5120c703" providerId="ADAL" clId="{46A205DD-FF6B-44B0-A481-1CC1442785E7}" dt="2020-10-13T04:57:25.800" v="134"/>
          <pc:sldLayoutMkLst>
            <pc:docMk/>
            <pc:sldMasterMk cId="3837208765" sldId="2147483670"/>
            <pc:sldLayoutMk cId="2146817227" sldId="2147483655"/>
          </pc:sldLayoutMkLst>
        </pc:sldLayoutChg>
        <pc:sldLayoutChg chg="modTransition">
          <pc:chgData name="HAFIZAH HAFIZAH BINTI MANSOR" userId="6fcbf676-0e22-4b62-b8a0-731e5120c703" providerId="ADAL" clId="{46A205DD-FF6B-44B0-A481-1CC1442785E7}" dt="2020-10-13T04:57:25.800" v="134"/>
          <pc:sldLayoutMkLst>
            <pc:docMk/>
            <pc:sldMasterMk cId="1943259863" sldId="2147483648"/>
            <pc:sldLayoutMk cId="1667374130" sldId="2147483656"/>
          </pc:sldLayoutMkLst>
        </pc:sldLayoutChg>
        <pc:sldLayoutChg chg="modTransition">
          <pc:chgData name="HAFIZAH HAFIZAH BINTI MANSOR" userId="6fcbf676-0e22-4b62-b8a0-731e5120c703" providerId="ADAL" clId="{46A205DD-FF6B-44B0-A481-1CC1442785E7}" dt="2020-10-13T04:57:25.800" v="134"/>
          <pc:sldLayoutMkLst>
            <pc:docMk/>
            <pc:sldMasterMk cId="1943259863" sldId="2147483648"/>
            <pc:sldLayoutMk cId="2477154221" sldId="2147483658"/>
          </pc:sldLayoutMkLst>
        </pc:sldLayoutChg>
        <pc:sldLayoutChg chg="modTransition">
          <pc:chgData name="HAFIZAH HAFIZAH BINTI MANSOR" userId="6fcbf676-0e22-4b62-b8a0-731e5120c703" providerId="ADAL" clId="{46A205DD-FF6B-44B0-A481-1CC1442785E7}" dt="2020-10-13T04:57:25.800" v="134"/>
          <pc:sldLayoutMkLst>
            <pc:docMk/>
            <pc:sldMasterMk cId="1943259863" sldId="2147483648"/>
            <pc:sldLayoutMk cId="2524635021" sldId="2147483659"/>
          </pc:sldLayoutMkLst>
        </pc:sldLayoutChg>
        <pc:sldLayoutChg chg="modTransition">
          <pc:chgData name="HAFIZAH HAFIZAH BINTI MANSOR" userId="6fcbf676-0e22-4b62-b8a0-731e5120c703" providerId="ADAL" clId="{46A205DD-FF6B-44B0-A481-1CC1442785E7}" dt="2020-10-13T04:57:25.800" v="134"/>
          <pc:sldLayoutMkLst>
            <pc:docMk/>
            <pc:sldMasterMk cId="1943259863" sldId="2147483648"/>
            <pc:sldLayoutMk cId="571200442" sldId="2147483668"/>
          </pc:sldLayoutMkLst>
        </pc:sldLayoutChg>
        <pc:sldLayoutChg chg="modTransition">
          <pc:chgData name="HAFIZAH HAFIZAH BINTI MANSOR" userId="6fcbf676-0e22-4b62-b8a0-731e5120c703" providerId="ADAL" clId="{46A205DD-FF6B-44B0-A481-1CC1442785E7}" dt="2020-10-13T04:57:25.800" v="134"/>
          <pc:sldLayoutMkLst>
            <pc:docMk/>
            <pc:sldMasterMk cId="1943259863" sldId="2147483648"/>
            <pc:sldLayoutMk cId="3832611330" sldId="2147483669"/>
          </pc:sldLayoutMkLst>
        </pc:sldLayoutChg>
      </pc:sldMasterChg>
    </pc:docChg>
  </pc:docChgLst>
  <pc:docChgLst>
    <pc:chgData name="HAFIZAH HAFIZAH BINTI MANSOR" userId="6fcbf676-0e22-4b62-b8a0-731e5120c703" providerId="ADAL" clId="{681F913C-888E-48F3-9989-54229531CEDB}"/>
    <pc:docChg chg="modSld">
      <pc:chgData name="HAFIZAH HAFIZAH BINTI MANSOR" userId="6fcbf676-0e22-4b62-b8a0-731e5120c703" providerId="ADAL" clId="{681F913C-888E-48F3-9989-54229531CEDB}" dt="2022-03-08T04:35:02.574" v="5" actId="1076"/>
      <pc:docMkLst>
        <pc:docMk/>
      </pc:docMkLst>
      <pc:sldChg chg="addSp modSp modNotes">
        <pc:chgData name="HAFIZAH HAFIZAH BINTI MANSOR" userId="6fcbf676-0e22-4b62-b8a0-731e5120c703" providerId="ADAL" clId="{681F913C-888E-48F3-9989-54229531CEDB}" dt="2022-03-08T04:35:02.574" v="5" actId="1076"/>
        <pc:sldMkLst>
          <pc:docMk/>
          <pc:sldMk cId="340050278" sldId="279"/>
        </pc:sldMkLst>
        <pc:spChg chg="mod">
          <ac:chgData name="HAFIZAH HAFIZAH BINTI MANSOR" userId="6fcbf676-0e22-4b62-b8a0-731e5120c703" providerId="ADAL" clId="{681F913C-888E-48F3-9989-54229531CEDB}" dt="2022-03-08T02:56:41.613" v="0" actId="164"/>
          <ac:spMkLst>
            <pc:docMk/>
            <pc:sldMk cId="340050278" sldId="279"/>
            <ac:spMk id="23554" creationId="{D1FE9FD1-3EC0-45D3-929E-25D237FB09D1}"/>
          </ac:spMkLst>
        </pc:spChg>
        <pc:spChg chg="mod">
          <ac:chgData name="HAFIZAH HAFIZAH BINTI MANSOR" userId="6fcbf676-0e22-4b62-b8a0-731e5120c703" providerId="ADAL" clId="{681F913C-888E-48F3-9989-54229531CEDB}" dt="2022-03-08T02:56:41.613" v="0" actId="164"/>
          <ac:spMkLst>
            <pc:docMk/>
            <pc:sldMk cId="340050278" sldId="279"/>
            <ac:spMk id="23564" creationId="{69C4DDB3-B29A-4B3F-BD46-D0E38F0F379B}"/>
          </ac:spMkLst>
        </pc:spChg>
        <pc:spChg chg="mod">
          <ac:chgData name="HAFIZAH HAFIZAH BINTI MANSOR" userId="6fcbf676-0e22-4b62-b8a0-731e5120c703" providerId="ADAL" clId="{681F913C-888E-48F3-9989-54229531CEDB}" dt="2022-03-08T02:56:41.613" v="0" actId="164"/>
          <ac:spMkLst>
            <pc:docMk/>
            <pc:sldMk cId="340050278" sldId="279"/>
            <ac:spMk id="23565" creationId="{4CC52FEB-9AA5-48AF-A466-A5DFE47448E0}"/>
          </ac:spMkLst>
        </pc:spChg>
        <pc:spChg chg="mod">
          <ac:chgData name="HAFIZAH HAFIZAH BINTI MANSOR" userId="6fcbf676-0e22-4b62-b8a0-731e5120c703" providerId="ADAL" clId="{681F913C-888E-48F3-9989-54229531CEDB}" dt="2022-03-08T02:56:41.613" v="0" actId="164"/>
          <ac:spMkLst>
            <pc:docMk/>
            <pc:sldMk cId="340050278" sldId="279"/>
            <ac:spMk id="23566" creationId="{6D1B961F-73A0-413B-9EEF-5C10AE6783CA}"/>
          </ac:spMkLst>
        </pc:spChg>
        <pc:spChg chg="mod">
          <ac:chgData name="HAFIZAH HAFIZAH BINTI MANSOR" userId="6fcbf676-0e22-4b62-b8a0-731e5120c703" providerId="ADAL" clId="{681F913C-888E-48F3-9989-54229531CEDB}" dt="2022-03-08T02:56:41.613" v="0" actId="164"/>
          <ac:spMkLst>
            <pc:docMk/>
            <pc:sldMk cId="340050278" sldId="279"/>
            <ac:spMk id="23567" creationId="{C4A1DD2E-A12E-41E8-94D4-9C80051C9C7D}"/>
          </ac:spMkLst>
        </pc:spChg>
        <pc:spChg chg="mod">
          <ac:chgData name="HAFIZAH HAFIZAH BINTI MANSOR" userId="6fcbf676-0e22-4b62-b8a0-731e5120c703" providerId="ADAL" clId="{681F913C-888E-48F3-9989-54229531CEDB}" dt="2022-03-08T02:56:41.613" v="0" actId="164"/>
          <ac:spMkLst>
            <pc:docMk/>
            <pc:sldMk cId="340050278" sldId="279"/>
            <ac:spMk id="23568" creationId="{FA09596C-83B3-48A8-9BEC-E42D4A4A09AC}"/>
          </ac:spMkLst>
        </pc:spChg>
        <pc:spChg chg="mod">
          <ac:chgData name="HAFIZAH HAFIZAH BINTI MANSOR" userId="6fcbf676-0e22-4b62-b8a0-731e5120c703" providerId="ADAL" clId="{681F913C-888E-48F3-9989-54229531CEDB}" dt="2022-03-08T02:56:41.613" v="0" actId="164"/>
          <ac:spMkLst>
            <pc:docMk/>
            <pc:sldMk cId="340050278" sldId="279"/>
            <ac:spMk id="23569" creationId="{96B9976A-10CD-402D-97FD-6645A61085EA}"/>
          </ac:spMkLst>
        </pc:spChg>
        <pc:spChg chg="mod">
          <ac:chgData name="HAFIZAH HAFIZAH BINTI MANSOR" userId="6fcbf676-0e22-4b62-b8a0-731e5120c703" providerId="ADAL" clId="{681F913C-888E-48F3-9989-54229531CEDB}" dt="2022-03-08T02:56:41.613" v="0" actId="164"/>
          <ac:spMkLst>
            <pc:docMk/>
            <pc:sldMk cId="340050278" sldId="279"/>
            <ac:spMk id="23570" creationId="{55778B98-B5E1-4B02-A80F-402DCD1091A7}"/>
          </ac:spMkLst>
        </pc:spChg>
        <pc:spChg chg="mod">
          <ac:chgData name="HAFIZAH HAFIZAH BINTI MANSOR" userId="6fcbf676-0e22-4b62-b8a0-731e5120c703" providerId="ADAL" clId="{681F913C-888E-48F3-9989-54229531CEDB}" dt="2022-03-08T02:56:41.613" v="0" actId="164"/>
          <ac:spMkLst>
            <pc:docMk/>
            <pc:sldMk cId="340050278" sldId="279"/>
            <ac:spMk id="23571" creationId="{30CE7FD0-20B2-4118-82E8-DA29337C49B1}"/>
          </ac:spMkLst>
        </pc:spChg>
        <pc:spChg chg="mod">
          <ac:chgData name="HAFIZAH HAFIZAH BINTI MANSOR" userId="6fcbf676-0e22-4b62-b8a0-731e5120c703" providerId="ADAL" clId="{681F913C-888E-48F3-9989-54229531CEDB}" dt="2022-03-08T02:56:41.613" v="0" actId="164"/>
          <ac:spMkLst>
            <pc:docMk/>
            <pc:sldMk cId="340050278" sldId="279"/>
            <ac:spMk id="23572" creationId="{C606408F-9A29-407B-9F80-235B1868BCE0}"/>
          </ac:spMkLst>
        </pc:spChg>
        <pc:spChg chg="mod">
          <ac:chgData name="HAFIZAH HAFIZAH BINTI MANSOR" userId="6fcbf676-0e22-4b62-b8a0-731e5120c703" providerId="ADAL" clId="{681F913C-888E-48F3-9989-54229531CEDB}" dt="2022-03-08T02:56:41.613" v="0" actId="164"/>
          <ac:spMkLst>
            <pc:docMk/>
            <pc:sldMk cId="340050278" sldId="279"/>
            <ac:spMk id="23573" creationId="{7A869977-61DE-47CC-ABF0-70D3CA1DC471}"/>
          </ac:spMkLst>
        </pc:spChg>
        <pc:spChg chg="mod">
          <ac:chgData name="HAFIZAH HAFIZAH BINTI MANSOR" userId="6fcbf676-0e22-4b62-b8a0-731e5120c703" providerId="ADAL" clId="{681F913C-888E-48F3-9989-54229531CEDB}" dt="2022-03-08T02:56:41.613" v="0" actId="164"/>
          <ac:spMkLst>
            <pc:docMk/>
            <pc:sldMk cId="340050278" sldId="279"/>
            <ac:spMk id="23574" creationId="{8BD82725-100B-4409-859E-145E5B9BF71B}"/>
          </ac:spMkLst>
        </pc:spChg>
        <pc:spChg chg="mod">
          <ac:chgData name="HAFIZAH HAFIZAH BINTI MANSOR" userId="6fcbf676-0e22-4b62-b8a0-731e5120c703" providerId="ADAL" clId="{681F913C-888E-48F3-9989-54229531CEDB}" dt="2022-03-08T02:56:41.613" v="0" actId="164"/>
          <ac:spMkLst>
            <pc:docMk/>
            <pc:sldMk cId="340050278" sldId="279"/>
            <ac:spMk id="23575" creationId="{7F5F50A4-2E63-4A98-912F-F9DB8979AD23}"/>
          </ac:spMkLst>
        </pc:spChg>
        <pc:spChg chg="mod">
          <ac:chgData name="HAFIZAH HAFIZAH BINTI MANSOR" userId="6fcbf676-0e22-4b62-b8a0-731e5120c703" providerId="ADAL" clId="{681F913C-888E-48F3-9989-54229531CEDB}" dt="2022-03-08T02:56:41.613" v="0" actId="164"/>
          <ac:spMkLst>
            <pc:docMk/>
            <pc:sldMk cId="340050278" sldId="279"/>
            <ac:spMk id="23576" creationId="{18B2FD74-466A-4EF2-A86E-E0CBC05017F9}"/>
          </ac:spMkLst>
        </pc:spChg>
        <pc:spChg chg="mod">
          <ac:chgData name="HAFIZAH HAFIZAH BINTI MANSOR" userId="6fcbf676-0e22-4b62-b8a0-731e5120c703" providerId="ADAL" clId="{681F913C-888E-48F3-9989-54229531CEDB}" dt="2022-03-08T02:56:41.613" v="0" actId="164"/>
          <ac:spMkLst>
            <pc:docMk/>
            <pc:sldMk cId="340050278" sldId="279"/>
            <ac:spMk id="23577" creationId="{0F490259-4BFC-4A82-AAB2-DD3CC9115426}"/>
          </ac:spMkLst>
        </pc:spChg>
        <pc:spChg chg="mod">
          <ac:chgData name="HAFIZAH HAFIZAH BINTI MANSOR" userId="6fcbf676-0e22-4b62-b8a0-731e5120c703" providerId="ADAL" clId="{681F913C-888E-48F3-9989-54229531CEDB}" dt="2022-03-08T02:56:41.613" v="0" actId="164"/>
          <ac:spMkLst>
            <pc:docMk/>
            <pc:sldMk cId="340050278" sldId="279"/>
            <ac:spMk id="23578" creationId="{D0F0FFE9-84D7-429E-87FE-77613972A7F8}"/>
          </ac:spMkLst>
        </pc:spChg>
        <pc:spChg chg="mod">
          <ac:chgData name="HAFIZAH HAFIZAH BINTI MANSOR" userId="6fcbf676-0e22-4b62-b8a0-731e5120c703" providerId="ADAL" clId="{681F913C-888E-48F3-9989-54229531CEDB}" dt="2022-03-08T04:35:02.574" v="5" actId="1076"/>
          <ac:spMkLst>
            <pc:docMk/>
            <pc:sldMk cId="340050278" sldId="279"/>
            <ac:spMk id="23579" creationId="{1F3F1015-3D99-4E57-B1A5-4E59DF7B17F8}"/>
          </ac:spMkLst>
        </pc:spChg>
        <pc:spChg chg="mod">
          <ac:chgData name="HAFIZAH HAFIZAH BINTI MANSOR" userId="6fcbf676-0e22-4b62-b8a0-731e5120c703" providerId="ADAL" clId="{681F913C-888E-48F3-9989-54229531CEDB}" dt="2022-03-08T04:35:02.574" v="5" actId="1076"/>
          <ac:spMkLst>
            <pc:docMk/>
            <pc:sldMk cId="340050278" sldId="279"/>
            <ac:spMk id="23580" creationId="{90C35C76-EA1F-4E48-9B50-DF3089150725}"/>
          </ac:spMkLst>
        </pc:spChg>
        <pc:spChg chg="mod">
          <ac:chgData name="HAFIZAH HAFIZAH BINTI MANSOR" userId="6fcbf676-0e22-4b62-b8a0-731e5120c703" providerId="ADAL" clId="{681F913C-888E-48F3-9989-54229531CEDB}" dt="2022-03-08T04:35:02.574" v="5" actId="1076"/>
          <ac:spMkLst>
            <pc:docMk/>
            <pc:sldMk cId="340050278" sldId="279"/>
            <ac:spMk id="23581" creationId="{19F4A95D-377D-48E4-860C-3D58C3A2CC47}"/>
          </ac:spMkLst>
        </pc:spChg>
        <pc:spChg chg="mod">
          <ac:chgData name="HAFIZAH HAFIZAH BINTI MANSOR" userId="6fcbf676-0e22-4b62-b8a0-731e5120c703" providerId="ADAL" clId="{681F913C-888E-48F3-9989-54229531CEDB}" dt="2022-03-08T04:35:02.574" v="5" actId="1076"/>
          <ac:spMkLst>
            <pc:docMk/>
            <pc:sldMk cId="340050278" sldId="279"/>
            <ac:spMk id="23582" creationId="{73189531-02A3-4D0E-8B87-8C51B777BA0F}"/>
          </ac:spMkLst>
        </pc:spChg>
        <pc:spChg chg="mod">
          <ac:chgData name="HAFIZAH HAFIZAH BINTI MANSOR" userId="6fcbf676-0e22-4b62-b8a0-731e5120c703" providerId="ADAL" clId="{681F913C-888E-48F3-9989-54229531CEDB}" dt="2022-03-08T04:35:02.574" v="5" actId="1076"/>
          <ac:spMkLst>
            <pc:docMk/>
            <pc:sldMk cId="340050278" sldId="279"/>
            <ac:spMk id="23583" creationId="{D87E8AC8-2AEE-4756-BAC8-A5D89A91AC68}"/>
          </ac:spMkLst>
        </pc:spChg>
        <pc:spChg chg="mod">
          <ac:chgData name="HAFIZAH HAFIZAH BINTI MANSOR" userId="6fcbf676-0e22-4b62-b8a0-731e5120c703" providerId="ADAL" clId="{681F913C-888E-48F3-9989-54229531CEDB}" dt="2022-03-08T04:35:02.574" v="5" actId="1076"/>
          <ac:spMkLst>
            <pc:docMk/>
            <pc:sldMk cId="340050278" sldId="279"/>
            <ac:spMk id="23584" creationId="{287F2D8B-A0F3-49D4-9311-AB6BEDC3D4AF}"/>
          </ac:spMkLst>
        </pc:spChg>
        <pc:spChg chg="mod">
          <ac:chgData name="HAFIZAH HAFIZAH BINTI MANSOR" userId="6fcbf676-0e22-4b62-b8a0-731e5120c703" providerId="ADAL" clId="{681F913C-888E-48F3-9989-54229531CEDB}" dt="2022-03-08T04:35:02.574" v="5" actId="1076"/>
          <ac:spMkLst>
            <pc:docMk/>
            <pc:sldMk cId="340050278" sldId="279"/>
            <ac:spMk id="23585" creationId="{BC06CDF6-F180-44E6-9693-543570B0762C}"/>
          </ac:spMkLst>
        </pc:spChg>
        <pc:spChg chg="mod">
          <ac:chgData name="HAFIZAH HAFIZAH BINTI MANSOR" userId="6fcbf676-0e22-4b62-b8a0-731e5120c703" providerId="ADAL" clId="{681F913C-888E-48F3-9989-54229531CEDB}" dt="2022-03-08T04:34:34.319" v="4" actId="1076"/>
          <ac:spMkLst>
            <pc:docMk/>
            <pc:sldMk cId="340050278" sldId="279"/>
            <ac:spMk id="23587" creationId="{87104AD0-F66A-4710-92F2-7315260BFE16}"/>
          </ac:spMkLst>
        </pc:spChg>
        <pc:grpChg chg="add mod">
          <ac:chgData name="HAFIZAH HAFIZAH BINTI MANSOR" userId="6fcbf676-0e22-4b62-b8a0-731e5120c703" providerId="ADAL" clId="{681F913C-888E-48F3-9989-54229531CEDB}" dt="2022-03-08T02:56:41.613" v="0" actId="164"/>
          <ac:grpSpMkLst>
            <pc:docMk/>
            <pc:sldMk cId="340050278" sldId="279"/>
            <ac:grpSpMk id="2" creationId="{8CD7DE2B-69A1-4FC0-AFCB-B38DD8EBDD1A}"/>
          </ac:grpSpMkLst>
        </pc:grpChg>
        <pc:grpChg chg="add mod">
          <ac:chgData name="HAFIZAH HAFIZAH BINTI MANSOR" userId="6fcbf676-0e22-4b62-b8a0-731e5120c703" providerId="ADAL" clId="{681F913C-888E-48F3-9989-54229531CEDB}" dt="2022-03-08T04:35:02.574" v="5" actId="1076"/>
          <ac:grpSpMkLst>
            <pc:docMk/>
            <pc:sldMk cId="340050278" sldId="279"/>
            <ac:grpSpMk id="3" creationId="{89ED51DF-1EF4-44E9-94EE-701CED8AD2DD}"/>
          </ac:grpSpMkLst>
        </pc:grpChg>
        <pc:grpChg chg="add mod">
          <ac:chgData name="HAFIZAH HAFIZAH BINTI MANSOR" userId="6fcbf676-0e22-4b62-b8a0-731e5120c703" providerId="ADAL" clId="{681F913C-888E-48F3-9989-54229531CEDB}" dt="2022-03-08T04:35:02.574" v="5" actId="1076"/>
          <ac:grpSpMkLst>
            <pc:docMk/>
            <pc:sldMk cId="340050278" sldId="279"/>
            <ac:grpSpMk id="4" creationId="{C8C06500-FC05-4C22-9EB9-C38CFE2BE5AC}"/>
          </ac:grpSpMkLst>
        </pc:grpChg>
      </pc:sldChg>
    </pc:docChg>
  </pc:docChgLst>
  <pc:docChgLst>
    <pc:chgData name="Mohd Zaki Mohtar" userId="aab767f06180a43e" providerId="LiveId" clId="{0E5579AA-231E-49FC-9A4B-A9A3A0BFB9D8}"/>
    <pc:docChg chg="undo custSel delSld modSld">
      <pc:chgData name="Mohd Zaki Mohtar" userId="aab767f06180a43e" providerId="LiveId" clId="{0E5579AA-231E-49FC-9A4B-A9A3A0BFB9D8}" dt="2020-02-12T01:21:54.884" v="14" actId="47"/>
      <pc:docMkLst>
        <pc:docMk/>
      </pc:docMkLst>
      <pc:sldChg chg="modSp">
        <pc:chgData name="Mohd Zaki Mohtar" userId="aab767f06180a43e" providerId="LiveId" clId="{0E5579AA-231E-49FC-9A4B-A9A3A0BFB9D8}" dt="2020-02-09T07:12:20.827" v="2" actId="27636"/>
        <pc:sldMkLst>
          <pc:docMk/>
          <pc:sldMk cId="611075947" sldId="280"/>
        </pc:sldMkLst>
        <pc:spChg chg="mod">
          <ac:chgData name="Mohd Zaki Mohtar" userId="aab767f06180a43e" providerId="LiveId" clId="{0E5579AA-231E-49FC-9A4B-A9A3A0BFB9D8}" dt="2020-02-09T07:12:20.827" v="2" actId="27636"/>
          <ac:spMkLst>
            <pc:docMk/>
            <pc:sldMk cId="611075947" sldId="280"/>
            <ac:spMk id="25602" creationId="{3EC5EE03-B822-4E82-92DE-5A480E998849}"/>
          </ac:spMkLst>
        </pc:spChg>
      </pc:sldChg>
      <pc:sldChg chg="modSp">
        <pc:chgData name="Mohd Zaki Mohtar" userId="aab767f06180a43e" providerId="LiveId" clId="{0E5579AA-231E-49FC-9A4B-A9A3A0BFB9D8}" dt="2020-02-09T07:12:56.327" v="7" actId="6549"/>
        <pc:sldMkLst>
          <pc:docMk/>
          <pc:sldMk cId="1433615333" sldId="281"/>
        </pc:sldMkLst>
        <pc:spChg chg="mod">
          <ac:chgData name="Mohd Zaki Mohtar" userId="aab767f06180a43e" providerId="LiveId" clId="{0E5579AA-231E-49FC-9A4B-A9A3A0BFB9D8}" dt="2020-02-09T07:12:56.327" v="7" actId="6549"/>
          <ac:spMkLst>
            <pc:docMk/>
            <pc:sldMk cId="1433615333" sldId="281"/>
            <ac:spMk id="3" creationId="{F1B1E53B-E2CA-4F9A-B817-FD37F4108435}"/>
          </ac:spMkLst>
        </pc:spChg>
      </pc:sldChg>
      <pc:sldChg chg="modSp">
        <pc:chgData name="Mohd Zaki Mohtar" userId="aab767f06180a43e" providerId="LiveId" clId="{0E5579AA-231E-49FC-9A4B-A9A3A0BFB9D8}" dt="2020-02-09T07:13:22.637" v="11" actId="20577"/>
        <pc:sldMkLst>
          <pc:docMk/>
          <pc:sldMk cId="472853471" sldId="282"/>
        </pc:sldMkLst>
        <pc:spChg chg="mod">
          <ac:chgData name="Mohd Zaki Mohtar" userId="aab767f06180a43e" providerId="LiveId" clId="{0E5579AA-231E-49FC-9A4B-A9A3A0BFB9D8}" dt="2020-02-09T07:13:22.637" v="11" actId="20577"/>
          <ac:spMkLst>
            <pc:docMk/>
            <pc:sldMk cId="472853471" sldId="282"/>
            <ac:spMk id="3" creationId="{D9FD1701-6462-42D6-9750-16A93A1FB222}"/>
          </ac:spMkLst>
        </pc:spChg>
      </pc:sldChg>
      <pc:sldChg chg="modSp">
        <pc:chgData name="Mohd Zaki Mohtar" userId="aab767f06180a43e" providerId="LiveId" clId="{0E5579AA-231E-49FC-9A4B-A9A3A0BFB9D8}" dt="2020-02-12T01:21:25.217" v="13" actId="20577"/>
        <pc:sldMkLst>
          <pc:docMk/>
          <pc:sldMk cId="820832951" sldId="302"/>
        </pc:sldMkLst>
        <pc:spChg chg="mod">
          <ac:chgData name="Mohd Zaki Mohtar" userId="aab767f06180a43e" providerId="LiveId" clId="{0E5579AA-231E-49FC-9A4B-A9A3A0BFB9D8}" dt="2020-02-12T01:21:25.217" v="13" actId="20577"/>
          <ac:spMkLst>
            <pc:docMk/>
            <pc:sldMk cId="820832951" sldId="302"/>
            <ac:spMk id="12" creationId="{00000000-0000-0000-0000-000000000000}"/>
          </ac:spMkLst>
        </pc:spChg>
      </pc:sldChg>
      <pc:sldChg chg="del">
        <pc:chgData name="Mohd Zaki Mohtar" userId="aab767f06180a43e" providerId="LiveId" clId="{0E5579AA-231E-49FC-9A4B-A9A3A0BFB9D8}" dt="2020-02-12T01:21:54.884" v="14" actId="47"/>
        <pc:sldMkLst>
          <pc:docMk/>
          <pc:sldMk cId="2548047963" sldId="303"/>
        </pc:sldMkLst>
      </pc:sldChg>
    </pc:docChg>
  </pc:docChgLst>
  <pc:docChgLst>
    <pc:chgData name="Mohd Zaki Mohtar" userId="aab767f06180a43e" providerId="LiveId" clId="{47BA34EA-0DC5-495A-9255-CDADB93880ED}"/>
    <pc:docChg chg="modSld">
      <pc:chgData name="Mohd Zaki Mohtar" userId="aab767f06180a43e" providerId="LiveId" clId="{47BA34EA-0DC5-495A-9255-CDADB93880ED}" dt="2019-02-18T07:30:53.179" v="10" actId="6549"/>
      <pc:docMkLst>
        <pc:docMk/>
      </pc:docMkLst>
      <pc:sldChg chg="addSp delSp modSp">
        <pc:chgData name="Mohd Zaki Mohtar" userId="aab767f06180a43e" providerId="LiveId" clId="{47BA34EA-0DC5-495A-9255-CDADB93880ED}" dt="2019-02-18T07:30:53.179" v="10" actId="6549"/>
        <pc:sldMkLst>
          <pc:docMk/>
          <pc:sldMk cId="2242706231" sldId="295"/>
        </pc:sldMkLst>
        <pc:spChg chg="add mod">
          <ac:chgData name="Mohd Zaki Mohtar" userId="aab767f06180a43e" providerId="LiveId" clId="{47BA34EA-0DC5-495A-9255-CDADB93880ED}" dt="2019-02-18T07:30:53.179" v="10" actId="6549"/>
          <ac:spMkLst>
            <pc:docMk/>
            <pc:sldMk cId="2242706231" sldId="295"/>
            <ac:spMk id="25" creationId="{00000000-0000-0000-0000-000000000000}"/>
          </ac:spMkLst>
        </pc:spChg>
        <pc:graphicFrameChg chg="del mod replId">
          <ac:chgData name="Mohd Zaki Mohtar" userId="aab767f06180a43e" providerId="LiveId" clId="{47BA34EA-0DC5-495A-9255-CDADB93880ED}" dt="2019-02-18T07:30:44.265" v="6"/>
          <ac:graphicFrameMkLst>
            <pc:docMk/>
            <pc:sldMk cId="2242706231" sldId="295"/>
            <ac:graphicFrameMk id="2" creationId="{00000000-0000-0000-0000-000000000000}"/>
          </ac:graphicFrameMkLst>
        </pc:graphicFrameChg>
      </pc:sldChg>
    </pc:docChg>
  </pc:docChgLst>
  <pc:docChgLst>
    <pc:chgData name="HAFIZAH BINTI MANSOR" userId="6fcbf676-0e22-4b62-b8a0-731e5120c703" providerId="ADAL" clId="{032F492A-5593-4DCA-A5DF-D95C5E80C3A5}"/>
    <pc:docChg chg="undo custSel addSld delSld modSld sldOrd modMainMaster">
      <pc:chgData name="HAFIZAH BINTI MANSOR" userId="6fcbf676-0e22-4b62-b8a0-731e5120c703" providerId="ADAL" clId="{032F492A-5593-4DCA-A5DF-D95C5E80C3A5}" dt="2023-10-10T02:10:09.885" v="884" actId="6549"/>
      <pc:docMkLst>
        <pc:docMk/>
      </pc:docMkLst>
      <pc:sldChg chg="addSp delSp modSp mod setBg addAnim setClrOvrMap delDesignElem">
        <pc:chgData name="HAFIZAH BINTI MANSOR" userId="6fcbf676-0e22-4b62-b8a0-731e5120c703" providerId="ADAL" clId="{032F492A-5593-4DCA-A5DF-D95C5E80C3A5}" dt="2023-10-10T02:09:11.896" v="883" actId="27636"/>
        <pc:sldMkLst>
          <pc:docMk/>
          <pc:sldMk cId="2413251912" sldId="268"/>
        </pc:sldMkLst>
        <pc:spChg chg="mod">
          <ac:chgData name="HAFIZAH BINTI MANSOR" userId="6fcbf676-0e22-4b62-b8a0-731e5120c703" providerId="ADAL" clId="{032F492A-5593-4DCA-A5DF-D95C5E80C3A5}" dt="2023-10-10T02:09:11.896" v="883" actId="27636"/>
          <ac:spMkLst>
            <pc:docMk/>
            <pc:sldMk cId="2413251912" sldId="268"/>
            <ac:spMk id="2" creationId="{00000000-0000-0000-0000-000000000000}"/>
          </ac:spMkLst>
        </pc:spChg>
        <pc:spChg chg="add del">
          <ac:chgData name="HAFIZAH BINTI MANSOR" userId="6fcbf676-0e22-4b62-b8a0-731e5120c703" providerId="ADAL" clId="{032F492A-5593-4DCA-A5DF-D95C5E80C3A5}" dt="2023-10-10T02:06:38.560" v="857"/>
          <ac:spMkLst>
            <pc:docMk/>
            <pc:sldMk cId="2413251912" sldId="268"/>
            <ac:spMk id="7" creationId="{66B332A4-D438-4773-A77F-5ED49A448D9D}"/>
          </ac:spMkLst>
        </pc:spChg>
        <pc:spChg chg="add del">
          <ac:chgData name="HAFIZAH BINTI MANSOR" userId="6fcbf676-0e22-4b62-b8a0-731e5120c703" providerId="ADAL" clId="{032F492A-5593-4DCA-A5DF-D95C5E80C3A5}" dt="2023-10-10T02:06:38.560" v="857"/>
          <ac:spMkLst>
            <pc:docMk/>
            <pc:sldMk cId="2413251912" sldId="268"/>
            <ac:spMk id="9" creationId="{DF9AD32D-FF05-44F4-BD4D-9CEE89B71EB9}"/>
          </ac:spMkLst>
        </pc:spChg>
        <pc:spChg chg="add">
          <ac:chgData name="HAFIZAH BINTI MANSOR" userId="6fcbf676-0e22-4b62-b8a0-731e5120c703" providerId="ADAL" clId="{032F492A-5593-4DCA-A5DF-D95C5E80C3A5}" dt="2023-10-10T02:06:44.628" v="867" actId="26606"/>
          <ac:spMkLst>
            <pc:docMk/>
            <pc:sldMk cId="2413251912" sldId="268"/>
            <ac:spMk id="1031" creationId="{854DEE1C-7FD6-4FA0-A96A-BDF952F199AB}"/>
          </ac:spMkLst>
        </pc:spChg>
        <pc:picChg chg="add mod ord">
          <ac:chgData name="HAFIZAH BINTI MANSOR" userId="6fcbf676-0e22-4b62-b8a0-731e5120c703" providerId="ADAL" clId="{032F492A-5593-4DCA-A5DF-D95C5E80C3A5}" dt="2023-10-10T02:06:44.628" v="867" actId="26606"/>
          <ac:picMkLst>
            <pc:docMk/>
            <pc:sldMk cId="2413251912" sldId="268"/>
            <ac:picMk id="1026" creationId="{9A2AEBDE-7581-5EF0-BEC7-3A124EA69FCF}"/>
          </ac:picMkLst>
        </pc:picChg>
      </pc:sldChg>
      <pc:sldChg chg="modSp mod ord">
        <pc:chgData name="HAFIZAH BINTI MANSOR" userId="6fcbf676-0e22-4b62-b8a0-731e5120c703" providerId="ADAL" clId="{032F492A-5593-4DCA-A5DF-D95C5E80C3A5}" dt="2023-10-10T01:41:20.542" v="37" actId="12"/>
        <pc:sldMkLst>
          <pc:docMk/>
          <pc:sldMk cId="611075947" sldId="280"/>
        </pc:sldMkLst>
        <pc:spChg chg="mod">
          <ac:chgData name="HAFIZAH BINTI MANSOR" userId="6fcbf676-0e22-4b62-b8a0-731e5120c703" providerId="ADAL" clId="{032F492A-5593-4DCA-A5DF-D95C5E80C3A5}" dt="2023-10-10T01:41:20.542" v="37" actId="12"/>
          <ac:spMkLst>
            <pc:docMk/>
            <pc:sldMk cId="611075947" sldId="280"/>
            <ac:spMk id="4" creationId="{39C5D44A-51A4-41A2-7290-B7B6AA507F97}"/>
          </ac:spMkLst>
        </pc:spChg>
      </pc:sldChg>
      <pc:sldChg chg="del">
        <pc:chgData name="HAFIZAH BINTI MANSOR" userId="6fcbf676-0e22-4b62-b8a0-731e5120c703" providerId="ADAL" clId="{032F492A-5593-4DCA-A5DF-D95C5E80C3A5}" dt="2023-10-10T01:46:17.732" v="69" actId="47"/>
        <pc:sldMkLst>
          <pc:docMk/>
          <pc:sldMk cId="2864579629" sldId="287"/>
        </pc:sldMkLst>
      </pc:sldChg>
      <pc:sldChg chg="addSp delSp modSp mod setBg addAnim delAnim">
        <pc:chgData name="HAFIZAH BINTI MANSOR" userId="6fcbf676-0e22-4b62-b8a0-731e5120c703" providerId="ADAL" clId="{032F492A-5593-4DCA-A5DF-D95C5E80C3A5}" dt="2023-10-10T02:08:46.469" v="880" actId="113"/>
        <pc:sldMkLst>
          <pc:docMk/>
          <pc:sldMk cId="891880860" sldId="289"/>
        </pc:sldMkLst>
        <pc:spChg chg="mod">
          <ac:chgData name="HAFIZAH BINTI MANSOR" userId="6fcbf676-0e22-4b62-b8a0-731e5120c703" providerId="ADAL" clId="{032F492A-5593-4DCA-A5DF-D95C5E80C3A5}" dt="2023-10-10T02:08:46.469" v="880" actId="113"/>
          <ac:spMkLst>
            <pc:docMk/>
            <pc:sldMk cId="891880860" sldId="289"/>
            <ac:spMk id="2" creationId="{00000000-0000-0000-0000-000000000000}"/>
          </ac:spMkLst>
        </pc:spChg>
        <pc:spChg chg="add del">
          <ac:chgData name="HAFIZAH BINTI MANSOR" userId="6fcbf676-0e22-4b62-b8a0-731e5120c703" providerId="ADAL" clId="{032F492A-5593-4DCA-A5DF-D95C5E80C3A5}" dt="2023-10-10T02:08:21.070" v="877" actId="26606"/>
          <ac:spMkLst>
            <pc:docMk/>
            <pc:sldMk cId="891880860" sldId="289"/>
            <ac:spMk id="4103" creationId="{3A826B85-D58A-48FB-ABB8-881A5F8CC27B}"/>
          </ac:spMkLst>
        </pc:spChg>
        <pc:spChg chg="add del">
          <ac:chgData name="HAFIZAH BINTI MANSOR" userId="6fcbf676-0e22-4b62-b8a0-731e5120c703" providerId="ADAL" clId="{032F492A-5593-4DCA-A5DF-D95C5E80C3A5}" dt="2023-10-10T02:08:21.070" v="877" actId="26606"/>
          <ac:spMkLst>
            <pc:docMk/>
            <pc:sldMk cId="891880860" sldId="289"/>
            <ac:spMk id="4105" creationId="{20B579A7-44A3-4863-B4F6-E1E3D667A58D}"/>
          </ac:spMkLst>
        </pc:spChg>
        <pc:spChg chg="add">
          <ac:chgData name="HAFIZAH BINTI MANSOR" userId="6fcbf676-0e22-4b62-b8a0-731e5120c703" providerId="ADAL" clId="{032F492A-5593-4DCA-A5DF-D95C5E80C3A5}" dt="2023-10-10T02:08:21.098" v="878" actId="26606"/>
          <ac:spMkLst>
            <pc:docMk/>
            <pc:sldMk cId="891880860" sldId="289"/>
            <ac:spMk id="4107" creationId="{93245F62-CCC4-49E4-B95B-EA6C1E790510}"/>
          </ac:spMkLst>
        </pc:spChg>
        <pc:spChg chg="add">
          <ac:chgData name="HAFIZAH BINTI MANSOR" userId="6fcbf676-0e22-4b62-b8a0-731e5120c703" providerId="ADAL" clId="{032F492A-5593-4DCA-A5DF-D95C5E80C3A5}" dt="2023-10-10T02:08:21.098" v="878" actId="26606"/>
          <ac:spMkLst>
            <pc:docMk/>
            <pc:sldMk cId="891880860" sldId="289"/>
            <ac:spMk id="4108" creationId="{E6C0DD6B-6AA3-448F-9B99-8386295BC1B4}"/>
          </ac:spMkLst>
        </pc:spChg>
        <pc:picChg chg="add mod">
          <ac:chgData name="HAFIZAH BINTI MANSOR" userId="6fcbf676-0e22-4b62-b8a0-731e5120c703" providerId="ADAL" clId="{032F492A-5593-4DCA-A5DF-D95C5E80C3A5}" dt="2023-10-10T02:08:21.098" v="878" actId="26606"/>
          <ac:picMkLst>
            <pc:docMk/>
            <pc:sldMk cId="891880860" sldId="289"/>
            <ac:picMk id="4098" creationId="{BA368D65-B17C-56D1-8DE3-A16754C47502}"/>
          </ac:picMkLst>
        </pc:picChg>
      </pc:sldChg>
      <pc:sldChg chg="modSp mod">
        <pc:chgData name="HAFIZAH BINTI MANSOR" userId="6fcbf676-0e22-4b62-b8a0-731e5120c703" providerId="ADAL" clId="{032F492A-5593-4DCA-A5DF-D95C5E80C3A5}" dt="2023-10-10T02:06:39.040" v="859" actId="27636"/>
        <pc:sldMkLst>
          <pc:docMk/>
          <pc:sldMk cId="4052188078" sldId="292"/>
        </pc:sldMkLst>
        <pc:spChg chg="mod">
          <ac:chgData name="HAFIZAH BINTI MANSOR" userId="6fcbf676-0e22-4b62-b8a0-731e5120c703" providerId="ADAL" clId="{032F492A-5593-4DCA-A5DF-D95C5E80C3A5}" dt="2023-10-10T02:06:39.040" v="859" actId="27636"/>
          <ac:spMkLst>
            <pc:docMk/>
            <pc:sldMk cId="4052188078" sldId="292"/>
            <ac:spMk id="10242" creationId="{00000000-0000-0000-0000-000000000000}"/>
          </ac:spMkLst>
        </pc:spChg>
      </pc:sldChg>
      <pc:sldChg chg="modSp mod">
        <pc:chgData name="HAFIZAH BINTI MANSOR" userId="6fcbf676-0e22-4b62-b8a0-731e5120c703" providerId="ADAL" clId="{032F492A-5593-4DCA-A5DF-D95C5E80C3A5}" dt="2023-10-10T02:06:39.050" v="860" actId="27636"/>
        <pc:sldMkLst>
          <pc:docMk/>
          <pc:sldMk cId="2860731101" sldId="294"/>
        </pc:sldMkLst>
        <pc:spChg chg="mod">
          <ac:chgData name="HAFIZAH BINTI MANSOR" userId="6fcbf676-0e22-4b62-b8a0-731e5120c703" providerId="ADAL" clId="{032F492A-5593-4DCA-A5DF-D95C5E80C3A5}" dt="2023-10-10T02:06:39.050" v="860" actId="27636"/>
          <ac:spMkLst>
            <pc:docMk/>
            <pc:sldMk cId="2860731101" sldId="294"/>
            <ac:spMk id="10242" creationId="{00000000-0000-0000-0000-000000000000}"/>
          </ac:spMkLst>
        </pc:spChg>
      </pc:sldChg>
      <pc:sldChg chg="modSp mod">
        <pc:chgData name="HAFIZAH BINTI MANSOR" userId="6fcbf676-0e22-4b62-b8a0-731e5120c703" providerId="ADAL" clId="{032F492A-5593-4DCA-A5DF-D95C5E80C3A5}" dt="2023-10-10T02:10:09.885" v="884" actId="6549"/>
        <pc:sldMkLst>
          <pc:docMk/>
          <pc:sldMk cId="1681988399" sldId="296"/>
        </pc:sldMkLst>
        <pc:spChg chg="mod">
          <ac:chgData name="HAFIZAH BINTI MANSOR" userId="6fcbf676-0e22-4b62-b8a0-731e5120c703" providerId="ADAL" clId="{032F492A-5593-4DCA-A5DF-D95C5E80C3A5}" dt="2023-10-10T02:10:09.885" v="884" actId="6549"/>
          <ac:spMkLst>
            <pc:docMk/>
            <pc:sldMk cId="1681988399" sldId="296"/>
            <ac:spMk id="10242" creationId="{00000000-0000-0000-0000-000000000000}"/>
          </ac:spMkLst>
        </pc:spChg>
      </pc:sldChg>
      <pc:sldChg chg="modSp mod">
        <pc:chgData name="HAFIZAH BINTI MANSOR" userId="6fcbf676-0e22-4b62-b8a0-731e5120c703" providerId="ADAL" clId="{032F492A-5593-4DCA-A5DF-D95C5E80C3A5}" dt="2023-10-10T02:06:39.083" v="862" actId="27636"/>
        <pc:sldMkLst>
          <pc:docMk/>
          <pc:sldMk cId="2745190532" sldId="297"/>
        </pc:sldMkLst>
        <pc:spChg chg="mod">
          <ac:chgData name="HAFIZAH BINTI MANSOR" userId="6fcbf676-0e22-4b62-b8a0-731e5120c703" providerId="ADAL" clId="{032F492A-5593-4DCA-A5DF-D95C5E80C3A5}" dt="2023-10-10T02:06:39.083" v="862" actId="27636"/>
          <ac:spMkLst>
            <pc:docMk/>
            <pc:sldMk cId="2745190532" sldId="297"/>
            <ac:spMk id="10242" creationId="{00000000-0000-0000-0000-000000000000}"/>
          </ac:spMkLst>
        </pc:spChg>
      </pc:sldChg>
      <pc:sldChg chg="modSp mod">
        <pc:chgData name="HAFIZAH BINTI MANSOR" userId="6fcbf676-0e22-4b62-b8a0-731e5120c703" providerId="ADAL" clId="{032F492A-5593-4DCA-A5DF-D95C5E80C3A5}" dt="2023-10-10T02:06:39.089" v="863" actId="27636"/>
        <pc:sldMkLst>
          <pc:docMk/>
          <pc:sldMk cId="516307036" sldId="298"/>
        </pc:sldMkLst>
        <pc:spChg chg="mod">
          <ac:chgData name="HAFIZAH BINTI MANSOR" userId="6fcbf676-0e22-4b62-b8a0-731e5120c703" providerId="ADAL" clId="{032F492A-5593-4DCA-A5DF-D95C5E80C3A5}" dt="2023-10-10T02:06:39.089" v="863" actId="27636"/>
          <ac:spMkLst>
            <pc:docMk/>
            <pc:sldMk cId="516307036" sldId="298"/>
            <ac:spMk id="10242" creationId="{00000000-0000-0000-0000-000000000000}"/>
          </ac:spMkLst>
        </pc:spChg>
      </pc:sldChg>
      <pc:sldChg chg="modSp mod">
        <pc:chgData name="HAFIZAH BINTI MANSOR" userId="6fcbf676-0e22-4b62-b8a0-731e5120c703" providerId="ADAL" clId="{032F492A-5593-4DCA-A5DF-D95C5E80C3A5}" dt="2023-10-10T02:06:39.200" v="864" actId="27636"/>
        <pc:sldMkLst>
          <pc:docMk/>
          <pc:sldMk cId="820832951" sldId="302"/>
        </pc:sldMkLst>
        <pc:spChg chg="mod">
          <ac:chgData name="HAFIZAH BINTI MANSOR" userId="6fcbf676-0e22-4b62-b8a0-731e5120c703" providerId="ADAL" clId="{032F492A-5593-4DCA-A5DF-D95C5E80C3A5}" dt="2023-10-10T02:06:39.200" v="864" actId="27636"/>
          <ac:spMkLst>
            <pc:docMk/>
            <pc:sldMk cId="820832951" sldId="302"/>
            <ac:spMk id="10242" creationId="{00000000-0000-0000-0000-000000000000}"/>
          </ac:spMkLst>
        </pc:spChg>
      </pc:sldChg>
      <pc:sldChg chg="del">
        <pc:chgData name="HAFIZAH BINTI MANSOR" userId="6fcbf676-0e22-4b62-b8a0-731e5120c703" providerId="ADAL" clId="{032F492A-5593-4DCA-A5DF-D95C5E80C3A5}" dt="2023-10-10T01:47:26.851" v="70" actId="47"/>
        <pc:sldMkLst>
          <pc:docMk/>
          <pc:sldMk cId="4186733972" sldId="304"/>
        </pc:sldMkLst>
      </pc:sldChg>
      <pc:sldChg chg="del">
        <pc:chgData name="HAFIZAH BINTI MANSOR" userId="6fcbf676-0e22-4b62-b8a0-731e5120c703" providerId="ADAL" clId="{032F492A-5593-4DCA-A5DF-D95C5E80C3A5}" dt="2023-10-10T01:47:28.971" v="71" actId="47"/>
        <pc:sldMkLst>
          <pc:docMk/>
          <pc:sldMk cId="4105731685" sldId="305"/>
        </pc:sldMkLst>
      </pc:sldChg>
      <pc:sldChg chg="add del">
        <pc:chgData name="HAFIZAH BINTI MANSOR" userId="6fcbf676-0e22-4b62-b8a0-731e5120c703" providerId="ADAL" clId="{032F492A-5593-4DCA-A5DF-D95C5E80C3A5}" dt="2023-10-10T01:47:36.533" v="74" actId="47"/>
        <pc:sldMkLst>
          <pc:docMk/>
          <pc:sldMk cId="909967510" sldId="306"/>
        </pc:sldMkLst>
      </pc:sldChg>
      <pc:sldChg chg="delSp modSp mod">
        <pc:chgData name="HAFIZAH BINTI MANSOR" userId="6fcbf676-0e22-4b62-b8a0-731e5120c703" providerId="ADAL" clId="{032F492A-5593-4DCA-A5DF-D95C5E80C3A5}" dt="2023-10-10T02:06:39.226" v="866" actId="27636"/>
        <pc:sldMkLst>
          <pc:docMk/>
          <pc:sldMk cId="2263500203" sldId="307"/>
        </pc:sldMkLst>
        <pc:spChg chg="del">
          <ac:chgData name="HAFIZAH BINTI MANSOR" userId="6fcbf676-0e22-4b62-b8a0-731e5120c703" providerId="ADAL" clId="{032F492A-5593-4DCA-A5DF-D95C5E80C3A5}" dt="2023-10-10T01:59:59.677" v="654" actId="478"/>
          <ac:spMkLst>
            <pc:docMk/>
            <pc:sldMk cId="2263500203" sldId="307"/>
            <ac:spMk id="9" creationId="{00000000-0000-0000-0000-000000000000}"/>
          </ac:spMkLst>
        </pc:spChg>
        <pc:spChg chg="mod">
          <ac:chgData name="HAFIZAH BINTI MANSOR" userId="6fcbf676-0e22-4b62-b8a0-731e5120c703" providerId="ADAL" clId="{032F492A-5593-4DCA-A5DF-D95C5E80C3A5}" dt="2023-10-10T02:06:39.226" v="866" actId="27636"/>
          <ac:spMkLst>
            <pc:docMk/>
            <pc:sldMk cId="2263500203" sldId="307"/>
            <ac:spMk id="10242" creationId="{00000000-0000-0000-0000-000000000000}"/>
          </ac:spMkLst>
        </pc:spChg>
      </pc:sldChg>
      <pc:sldChg chg="del">
        <pc:chgData name="HAFIZAH BINTI MANSOR" userId="6fcbf676-0e22-4b62-b8a0-731e5120c703" providerId="ADAL" clId="{032F492A-5593-4DCA-A5DF-D95C5E80C3A5}" dt="2023-10-10T01:47:49.645" v="75" actId="47"/>
        <pc:sldMkLst>
          <pc:docMk/>
          <pc:sldMk cId="235455272" sldId="308"/>
        </pc:sldMkLst>
      </pc:sldChg>
      <pc:sldChg chg="del">
        <pc:chgData name="HAFIZAH BINTI MANSOR" userId="6fcbf676-0e22-4b62-b8a0-731e5120c703" providerId="ADAL" clId="{032F492A-5593-4DCA-A5DF-D95C5E80C3A5}" dt="2023-10-10T01:47:51.815" v="76" actId="47"/>
        <pc:sldMkLst>
          <pc:docMk/>
          <pc:sldMk cId="3960915055" sldId="309"/>
        </pc:sldMkLst>
      </pc:sldChg>
      <pc:sldChg chg="del">
        <pc:chgData name="HAFIZAH BINTI MANSOR" userId="6fcbf676-0e22-4b62-b8a0-731e5120c703" providerId="ADAL" clId="{032F492A-5593-4DCA-A5DF-D95C5E80C3A5}" dt="2023-10-10T01:47:53.239" v="77" actId="47"/>
        <pc:sldMkLst>
          <pc:docMk/>
          <pc:sldMk cId="1281977750" sldId="310"/>
        </pc:sldMkLst>
      </pc:sldChg>
      <pc:sldChg chg="del">
        <pc:chgData name="HAFIZAH BINTI MANSOR" userId="6fcbf676-0e22-4b62-b8a0-731e5120c703" providerId="ADAL" clId="{032F492A-5593-4DCA-A5DF-D95C5E80C3A5}" dt="2023-10-10T01:47:55.432" v="78" actId="47"/>
        <pc:sldMkLst>
          <pc:docMk/>
          <pc:sldMk cId="1152501456" sldId="311"/>
        </pc:sldMkLst>
      </pc:sldChg>
      <pc:sldChg chg="del">
        <pc:chgData name="HAFIZAH BINTI MANSOR" userId="6fcbf676-0e22-4b62-b8a0-731e5120c703" providerId="ADAL" clId="{032F492A-5593-4DCA-A5DF-D95C5E80C3A5}" dt="2023-10-10T01:48:08.153" v="79" actId="47"/>
        <pc:sldMkLst>
          <pc:docMk/>
          <pc:sldMk cId="3460048197" sldId="312"/>
        </pc:sldMkLst>
      </pc:sldChg>
      <pc:sldChg chg="addSp modSp mod setBg">
        <pc:chgData name="HAFIZAH BINTI MANSOR" userId="6fcbf676-0e22-4b62-b8a0-731e5120c703" providerId="ADAL" clId="{032F492A-5593-4DCA-A5DF-D95C5E80C3A5}" dt="2023-10-10T02:07:02.299" v="869" actId="26606"/>
        <pc:sldMkLst>
          <pc:docMk/>
          <pc:sldMk cId="3080770136" sldId="314"/>
        </pc:sldMkLst>
        <pc:spChg chg="mod ord">
          <ac:chgData name="HAFIZAH BINTI MANSOR" userId="6fcbf676-0e22-4b62-b8a0-731e5120c703" providerId="ADAL" clId="{032F492A-5593-4DCA-A5DF-D95C5E80C3A5}" dt="2023-10-10T02:07:02.299" v="869" actId="26606"/>
          <ac:spMkLst>
            <pc:docMk/>
            <pc:sldMk cId="3080770136" sldId="314"/>
            <ac:spMk id="23587" creationId="{87104AD0-F66A-4710-92F2-7315260BFE16}"/>
          </ac:spMkLst>
        </pc:spChg>
        <pc:spChg chg="mod">
          <ac:chgData name="HAFIZAH BINTI MANSOR" userId="6fcbf676-0e22-4b62-b8a0-731e5120c703" providerId="ADAL" clId="{032F492A-5593-4DCA-A5DF-D95C5E80C3A5}" dt="2023-10-10T02:07:02.299" v="869" actId="26606"/>
          <ac:spMkLst>
            <pc:docMk/>
            <pc:sldMk cId="3080770136" sldId="314"/>
            <ac:spMk id="23588" creationId="{14FEE679-8A08-4CCC-80DD-B4F1EA9796D5}"/>
          </ac:spMkLst>
        </pc:spChg>
        <pc:spChg chg="add">
          <ac:chgData name="HAFIZAH BINTI MANSOR" userId="6fcbf676-0e22-4b62-b8a0-731e5120c703" providerId="ADAL" clId="{032F492A-5593-4DCA-A5DF-D95C5E80C3A5}" dt="2023-10-10T02:07:02.299" v="869" actId="26606"/>
          <ac:spMkLst>
            <pc:docMk/>
            <pc:sldMk cId="3080770136" sldId="314"/>
            <ac:spMk id="23593" creationId="{45D37F4E-DDB4-456B-97E0-9937730A039F}"/>
          </ac:spMkLst>
        </pc:spChg>
        <pc:spChg chg="add">
          <ac:chgData name="HAFIZAH BINTI MANSOR" userId="6fcbf676-0e22-4b62-b8a0-731e5120c703" providerId="ADAL" clId="{032F492A-5593-4DCA-A5DF-D95C5E80C3A5}" dt="2023-10-10T02:07:02.299" v="869" actId="26606"/>
          <ac:spMkLst>
            <pc:docMk/>
            <pc:sldMk cId="3080770136" sldId="314"/>
            <ac:spMk id="23595" creationId="{B2DD41CD-8F47-4F56-AD12-4E2FF7696987}"/>
          </ac:spMkLst>
        </pc:spChg>
        <pc:picChg chg="add mod">
          <ac:chgData name="HAFIZAH BINTI MANSOR" userId="6fcbf676-0e22-4b62-b8a0-731e5120c703" providerId="ADAL" clId="{032F492A-5593-4DCA-A5DF-D95C5E80C3A5}" dt="2023-10-10T02:07:02.299" v="869" actId="26606"/>
          <ac:picMkLst>
            <pc:docMk/>
            <pc:sldMk cId="3080770136" sldId="314"/>
            <ac:picMk id="2050" creationId="{2A7D894A-2036-794E-4300-F7C686DA4473}"/>
          </ac:picMkLst>
        </pc:picChg>
      </pc:sldChg>
      <pc:sldChg chg="modSp mod">
        <pc:chgData name="HAFIZAH BINTI MANSOR" userId="6fcbf676-0e22-4b62-b8a0-731e5120c703" providerId="ADAL" clId="{032F492A-5593-4DCA-A5DF-D95C5E80C3A5}" dt="2023-10-10T02:06:38.996" v="858" actId="27636"/>
        <pc:sldMkLst>
          <pc:docMk/>
          <pc:sldMk cId="2822630988" sldId="315"/>
        </pc:sldMkLst>
        <pc:spChg chg="mod">
          <ac:chgData name="HAFIZAH BINTI MANSOR" userId="6fcbf676-0e22-4b62-b8a0-731e5120c703" providerId="ADAL" clId="{032F492A-5593-4DCA-A5DF-D95C5E80C3A5}" dt="2023-10-10T02:06:38.996" v="858" actId="27636"/>
          <ac:spMkLst>
            <pc:docMk/>
            <pc:sldMk cId="2822630988" sldId="315"/>
            <ac:spMk id="25602" creationId="{3EC5EE03-B822-4E82-92DE-5A480E998849}"/>
          </ac:spMkLst>
        </pc:spChg>
      </pc:sldChg>
      <pc:sldChg chg="del">
        <pc:chgData name="HAFIZAH BINTI MANSOR" userId="6fcbf676-0e22-4b62-b8a0-731e5120c703" providerId="ADAL" clId="{032F492A-5593-4DCA-A5DF-D95C5E80C3A5}" dt="2023-10-10T01:34:58.408" v="13" actId="47"/>
        <pc:sldMkLst>
          <pc:docMk/>
          <pc:sldMk cId="1416593160" sldId="316"/>
        </pc:sldMkLst>
      </pc:sldChg>
      <pc:sldChg chg="modSp mod ord">
        <pc:chgData name="HAFIZAH BINTI MANSOR" userId="6fcbf676-0e22-4b62-b8a0-731e5120c703" providerId="ADAL" clId="{032F492A-5593-4DCA-A5DF-D95C5E80C3A5}" dt="2023-10-10T01:44:52.784" v="60" actId="12"/>
        <pc:sldMkLst>
          <pc:docMk/>
          <pc:sldMk cId="1414798552" sldId="317"/>
        </pc:sldMkLst>
        <pc:spChg chg="mod">
          <ac:chgData name="HAFIZAH BINTI MANSOR" userId="6fcbf676-0e22-4b62-b8a0-731e5120c703" providerId="ADAL" clId="{032F492A-5593-4DCA-A5DF-D95C5E80C3A5}" dt="2023-10-10T01:44:52.784" v="60" actId="12"/>
          <ac:spMkLst>
            <pc:docMk/>
            <pc:sldMk cId="1414798552" sldId="317"/>
            <ac:spMk id="2" creationId="{EDF00614-5524-1933-5554-13C3CBBDAA19}"/>
          </ac:spMkLst>
        </pc:spChg>
      </pc:sldChg>
      <pc:sldChg chg="modSp mod ord">
        <pc:chgData name="HAFIZAH BINTI MANSOR" userId="6fcbf676-0e22-4b62-b8a0-731e5120c703" providerId="ADAL" clId="{032F492A-5593-4DCA-A5DF-D95C5E80C3A5}" dt="2023-10-10T01:45:58.609" v="68" actId="20577"/>
        <pc:sldMkLst>
          <pc:docMk/>
          <pc:sldMk cId="3185328215" sldId="318"/>
        </pc:sldMkLst>
        <pc:spChg chg="mod">
          <ac:chgData name="HAFIZAH BINTI MANSOR" userId="6fcbf676-0e22-4b62-b8a0-731e5120c703" providerId="ADAL" clId="{032F492A-5593-4DCA-A5DF-D95C5E80C3A5}" dt="2023-10-10T01:45:58.609" v="68" actId="20577"/>
          <ac:spMkLst>
            <pc:docMk/>
            <pc:sldMk cId="3185328215" sldId="318"/>
            <ac:spMk id="2" creationId="{EDF00614-5524-1933-5554-13C3CBBDAA19}"/>
          </ac:spMkLst>
        </pc:spChg>
      </pc:sldChg>
      <pc:sldChg chg="addSp delSp modSp ord">
        <pc:chgData name="HAFIZAH BINTI MANSOR" userId="6fcbf676-0e22-4b62-b8a0-731e5120c703" providerId="ADAL" clId="{032F492A-5593-4DCA-A5DF-D95C5E80C3A5}" dt="2023-10-10T02:07:42.256" v="873" actId="478"/>
        <pc:sldMkLst>
          <pc:docMk/>
          <pc:sldMk cId="2195431621" sldId="319"/>
        </pc:sldMkLst>
        <pc:spChg chg="mod">
          <ac:chgData name="HAFIZAH BINTI MANSOR" userId="6fcbf676-0e22-4b62-b8a0-731e5120c703" providerId="ADAL" clId="{032F492A-5593-4DCA-A5DF-D95C5E80C3A5}" dt="2023-10-10T01:36:58.894" v="26" actId="1076"/>
          <ac:spMkLst>
            <pc:docMk/>
            <pc:sldMk cId="2195431621" sldId="319"/>
            <ac:spMk id="2" creationId="{EDF00614-5524-1933-5554-13C3CBBDAA19}"/>
          </ac:spMkLst>
        </pc:spChg>
        <pc:spChg chg="mod">
          <ac:chgData name="HAFIZAH BINTI MANSOR" userId="6fcbf676-0e22-4b62-b8a0-731e5120c703" providerId="ADAL" clId="{032F492A-5593-4DCA-A5DF-D95C5E80C3A5}" dt="2023-10-10T01:36:52.641" v="25" actId="1076"/>
          <ac:spMkLst>
            <pc:docMk/>
            <pc:sldMk cId="2195431621" sldId="319"/>
            <ac:spMk id="25603" creationId="{BB4C7733-4B34-49E4-BC40-E776CA0FB42D}"/>
          </ac:spMkLst>
        </pc:spChg>
        <pc:picChg chg="add del mod">
          <ac:chgData name="HAFIZAH BINTI MANSOR" userId="6fcbf676-0e22-4b62-b8a0-731e5120c703" providerId="ADAL" clId="{032F492A-5593-4DCA-A5DF-D95C5E80C3A5}" dt="2023-10-10T02:07:42.256" v="873" actId="478"/>
          <ac:picMkLst>
            <pc:docMk/>
            <pc:sldMk cId="2195431621" sldId="319"/>
            <ac:picMk id="3074" creationId="{2D6638FC-C03A-0C85-A2F5-BCE6F96D1AC4}"/>
          </ac:picMkLst>
        </pc:picChg>
      </pc:sldChg>
      <pc:sldChg chg="modSp mod ord">
        <pc:chgData name="HAFIZAH BINTI MANSOR" userId="6fcbf676-0e22-4b62-b8a0-731e5120c703" providerId="ADAL" clId="{032F492A-5593-4DCA-A5DF-D95C5E80C3A5}" dt="2023-10-10T01:40:33.214" v="35" actId="12"/>
        <pc:sldMkLst>
          <pc:docMk/>
          <pc:sldMk cId="2760969545" sldId="320"/>
        </pc:sldMkLst>
        <pc:spChg chg="mod">
          <ac:chgData name="HAFIZAH BINTI MANSOR" userId="6fcbf676-0e22-4b62-b8a0-731e5120c703" providerId="ADAL" clId="{032F492A-5593-4DCA-A5DF-D95C5E80C3A5}" dt="2023-10-10T01:40:33.214" v="35" actId="12"/>
          <ac:spMkLst>
            <pc:docMk/>
            <pc:sldMk cId="2760969545" sldId="320"/>
            <ac:spMk id="2" creationId="{EDF00614-5524-1933-5554-13C3CBBDAA19}"/>
          </ac:spMkLst>
        </pc:spChg>
      </pc:sldChg>
      <pc:sldChg chg="modSp mod ord">
        <pc:chgData name="HAFIZAH BINTI MANSOR" userId="6fcbf676-0e22-4b62-b8a0-731e5120c703" providerId="ADAL" clId="{032F492A-5593-4DCA-A5DF-D95C5E80C3A5}" dt="2023-10-10T01:40:51.183" v="36" actId="12"/>
        <pc:sldMkLst>
          <pc:docMk/>
          <pc:sldMk cId="3397438809" sldId="321"/>
        </pc:sldMkLst>
        <pc:spChg chg="mod">
          <ac:chgData name="HAFIZAH BINTI MANSOR" userId="6fcbf676-0e22-4b62-b8a0-731e5120c703" providerId="ADAL" clId="{032F492A-5593-4DCA-A5DF-D95C5E80C3A5}" dt="2023-10-10T01:40:51.183" v="36" actId="12"/>
          <ac:spMkLst>
            <pc:docMk/>
            <pc:sldMk cId="3397438809" sldId="321"/>
            <ac:spMk id="2" creationId="{EDF00614-5524-1933-5554-13C3CBBDAA19}"/>
          </ac:spMkLst>
        </pc:spChg>
      </pc:sldChg>
      <pc:sldChg chg="modSp add mod ord">
        <pc:chgData name="HAFIZAH BINTI MANSOR" userId="6fcbf676-0e22-4b62-b8a0-731e5120c703" providerId="ADAL" clId="{032F492A-5593-4DCA-A5DF-D95C5E80C3A5}" dt="2023-10-10T01:42:36.991" v="39" actId="12"/>
        <pc:sldMkLst>
          <pc:docMk/>
          <pc:sldMk cId="1588127387" sldId="322"/>
        </pc:sldMkLst>
        <pc:spChg chg="mod">
          <ac:chgData name="HAFIZAH BINTI MANSOR" userId="6fcbf676-0e22-4b62-b8a0-731e5120c703" providerId="ADAL" clId="{032F492A-5593-4DCA-A5DF-D95C5E80C3A5}" dt="2023-10-10T01:42:36.991" v="39" actId="12"/>
          <ac:spMkLst>
            <pc:docMk/>
            <pc:sldMk cId="1588127387" sldId="322"/>
            <ac:spMk id="4" creationId="{39C5D44A-51A4-41A2-7290-B7B6AA507F97}"/>
          </ac:spMkLst>
        </pc:spChg>
      </pc:sldChg>
      <pc:sldChg chg="modSp add mod ord">
        <pc:chgData name="HAFIZAH BINTI MANSOR" userId="6fcbf676-0e22-4b62-b8a0-731e5120c703" providerId="ADAL" clId="{032F492A-5593-4DCA-A5DF-D95C5E80C3A5}" dt="2023-10-10T01:45:34.993" v="64" actId="12"/>
        <pc:sldMkLst>
          <pc:docMk/>
          <pc:sldMk cId="3217968531" sldId="323"/>
        </pc:sldMkLst>
        <pc:spChg chg="mod">
          <ac:chgData name="HAFIZAH BINTI MANSOR" userId="6fcbf676-0e22-4b62-b8a0-731e5120c703" providerId="ADAL" clId="{032F492A-5593-4DCA-A5DF-D95C5E80C3A5}" dt="2023-10-10T01:45:34.993" v="64" actId="12"/>
          <ac:spMkLst>
            <pc:docMk/>
            <pc:sldMk cId="3217968531" sldId="323"/>
            <ac:spMk id="2" creationId="{EDF00614-5524-1933-5554-13C3CBBDAA19}"/>
          </ac:spMkLst>
        </pc:spChg>
      </pc:sldChg>
      <pc:sldChg chg="delSp modSp add mod">
        <pc:chgData name="HAFIZAH BINTI MANSOR" userId="6fcbf676-0e22-4b62-b8a0-731e5120c703" providerId="ADAL" clId="{032F492A-5593-4DCA-A5DF-D95C5E80C3A5}" dt="2023-10-10T02:06:39.211" v="865" actId="27636"/>
        <pc:sldMkLst>
          <pc:docMk/>
          <pc:sldMk cId="3456782399" sldId="324"/>
        </pc:sldMkLst>
        <pc:spChg chg="mod">
          <ac:chgData name="HAFIZAH BINTI MANSOR" userId="6fcbf676-0e22-4b62-b8a0-731e5120c703" providerId="ADAL" clId="{032F492A-5593-4DCA-A5DF-D95C5E80C3A5}" dt="2023-10-10T01:59:20.629" v="653" actId="20577"/>
          <ac:spMkLst>
            <pc:docMk/>
            <pc:sldMk cId="3456782399" sldId="324"/>
            <ac:spMk id="12" creationId="{00000000-0000-0000-0000-000000000000}"/>
          </ac:spMkLst>
        </pc:spChg>
        <pc:spChg chg="del">
          <ac:chgData name="HAFIZAH BINTI MANSOR" userId="6fcbf676-0e22-4b62-b8a0-731e5120c703" providerId="ADAL" clId="{032F492A-5593-4DCA-A5DF-D95C5E80C3A5}" dt="2023-10-10T01:50:31.172" v="264" actId="478"/>
          <ac:spMkLst>
            <pc:docMk/>
            <pc:sldMk cId="3456782399" sldId="324"/>
            <ac:spMk id="14" creationId="{00000000-0000-0000-0000-000000000000}"/>
          </ac:spMkLst>
        </pc:spChg>
        <pc:spChg chg="del mod">
          <ac:chgData name="HAFIZAH BINTI MANSOR" userId="6fcbf676-0e22-4b62-b8a0-731e5120c703" providerId="ADAL" clId="{032F492A-5593-4DCA-A5DF-D95C5E80C3A5}" dt="2023-10-10T01:50:35.160" v="266" actId="478"/>
          <ac:spMkLst>
            <pc:docMk/>
            <pc:sldMk cId="3456782399" sldId="324"/>
            <ac:spMk id="15" creationId="{00000000-0000-0000-0000-000000000000}"/>
          </ac:spMkLst>
        </pc:spChg>
        <pc:spChg chg="del">
          <ac:chgData name="HAFIZAH BINTI MANSOR" userId="6fcbf676-0e22-4b62-b8a0-731e5120c703" providerId="ADAL" clId="{032F492A-5593-4DCA-A5DF-D95C5E80C3A5}" dt="2023-10-10T01:50:39.338" v="267" actId="478"/>
          <ac:spMkLst>
            <pc:docMk/>
            <pc:sldMk cId="3456782399" sldId="324"/>
            <ac:spMk id="16" creationId="{00000000-0000-0000-0000-000000000000}"/>
          </ac:spMkLst>
        </pc:spChg>
        <pc:spChg chg="mod">
          <ac:chgData name="HAFIZAH BINTI MANSOR" userId="6fcbf676-0e22-4b62-b8a0-731e5120c703" providerId="ADAL" clId="{032F492A-5593-4DCA-A5DF-D95C5E80C3A5}" dt="2023-10-10T02:06:39.211" v="865" actId="27636"/>
          <ac:spMkLst>
            <pc:docMk/>
            <pc:sldMk cId="3456782399" sldId="324"/>
            <ac:spMk id="10242" creationId="{00000000-0000-0000-0000-000000000000}"/>
          </ac:spMkLst>
        </pc:spChg>
      </pc:sldChg>
      <pc:sldMasterChg chg="modTransition modSldLayout">
        <pc:chgData name="HAFIZAH BINTI MANSOR" userId="6fcbf676-0e22-4b62-b8a0-731e5120c703" providerId="ADAL" clId="{032F492A-5593-4DCA-A5DF-D95C5E80C3A5}" dt="2023-10-10T02:05:51.142" v="849"/>
        <pc:sldMasterMkLst>
          <pc:docMk/>
          <pc:sldMasterMk cId="1215490863" sldId="2147483670"/>
        </pc:sldMasterMkLst>
        <pc:sldLayoutChg chg="modTransition">
          <pc:chgData name="HAFIZAH BINTI MANSOR" userId="6fcbf676-0e22-4b62-b8a0-731e5120c703" providerId="ADAL" clId="{032F492A-5593-4DCA-A5DF-D95C5E80C3A5}" dt="2023-10-10T02:05:51.142" v="849"/>
          <pc:sldLayoutMkLst>
            <pc:docMk/>
            <pc:sldMasterMk cId="1215490863" sldId="2147483670"/>
            <pc:sldLayoutMk cId="479854657" sldId="2147483671"/>
          </pc:sldLayoutMkLst>
        </pc:sldLayoutChg>
        <pc:sldLayoutChg chg="modTransition">
          <pc:chgData name="HAFIZAH BINTI MANSOR" userId="6fcbf676-0e22-4b62-b8a0-731e5120c703" providerId="ADAL" clId="{032F492A-5593-4DCA-A5DF-D95C5E80C3A5}" dt="2023-10-10T02:05:51.142" v="849"/>
          <pc:sldLayoutMkLst>
            <pc:docMk/>
            <pc:sldMasterMk cId="1215490863" sldId="2147483670"/>
            <pc:sldLayoutMk cId="989108159" sldId="2147483672"/>
          </pc:sldLayoutMkLst>
        </pc:sldLayoutChg>
        <pc:sldLayoutChg chg="modTransition">
          <pc:chgData name="HAFIZAH BINTI MANSOR" userId="6fcbf676-0e22-4b62-b8a0-731e5120c703" providerId="ADAL" clId="{032F492A-5593-4DCA-A5DF-D95C5E80C3A5}" dt="2023-10-10T02:05:51.142" v="849"/>
          <pc:sldLayoutMkLst>
            <pc:docMk/>
            <pc:sldMasterMk cId="1215490863" sldId="2147483670"/>
            <pc:sldLayoutMk cId="4223756421" sldId="2147483673"/>
          </pc:sldLayoutMkLst>
        </pc:sldLayoutChg>
        <pc:sldLayoutChg chg="modTransition">
          <pc:chgData name="HAFIZAH BINTI MANSOR" userId="6fcbf676-0e22-4b62-b8a0-731e5120c703" providerId="ADAL" clId="{032F492A-5593-4DCA-A5DF-D95C5E80C3A5}" dt="2023-10-10T02:05:51.142" v="849"/>
          <pc:sldLayoutMkLst>
            <pc:docMk/>
            <pc:sldMasterMk cId="1215490863" sldId="2147483670"/>
            <pc:sldLayoutMk cId="4104894059" sldId="2147483674"/>
          </pc:sldLayoutMkLst>
        </pc:sldLayoutChg>
        <pc:sldLayoutChg chg="modTransition">
          <pc:chgData name="HAFIZAH BINTI MANSOR" userId="6fcbf676-0e22-4b62-b8a0-731e5120c703" providerId="ADAL" clId="{032F492A-5593-4DCA-A5DF-D95C5E80C3A5}" dt="2023-10-10T02:05:51.142" v="849"/>
          <pc:sldLayoutMkLst>
            <pc:docMk/>
            <pc:sldMasterMk cId="1215490863" sldId="2147483670"/>
            <pc:sldLayoutMk cId="725805792" sldId="2147483675"/>
          </pc:sldLayoutMkLst>
        </pc:sldLayoutChg>
        <pc:sldLayoutChg chg="modTransition">
          <pc:chgData name="HAFIZAH BINTI MANSOR" userId="6fcbf676-0e22-4b62-b8a0-731e5120c703" providerId="ADAL" clId="{032F492A-5593-4DCA-A5DF-D95C5E80C3A5}" dt="2023-10-10T02:05:51.142" v="849"/>
          <pc:sldLayoutMkLst>
            <pc:docMk/>
            <pc:sldMasterMk cId="1215490863" sldId="2147483670"/>
            <pc:sldLayoutMk cId="817229818" sldId="2147483676"/>
          </pc:sldLayoutMkLst>
        </pc:sldLayoutChg>
        <pc:sldLayoutChg chg="modTransition">
          <pc:chgData name="HAFIZAH BINTI MANSOR" userId="6fcbf676-0e22-4b62-b8a0-731e5120c703" providerId="ADAL" clId="{032F492A-5593-4DCA-A5DF-D95C5E80C3A5}" dt="2023-10-10T02:05:51.142" v="849"/>
          <pc:sldLayoutMkLst>
            <pc:docMk/>
            <pc:sldMasterMk cId="1215490863" sldId="2147483670"/>
            <pc:sldLayoutMk cId="1005473624" sldId="2147483677"/>
          </pc:sldLayoutMkLst>
        </pc:sldLayoutChg>
        <pc:sldLayoutChg chg="modTransition">
          <pc:chgData name="HAFIZAH BINTI MANSOR" userId="6fcbf676-0e22-4b62-b8a0-731e5120c703" providerId="ADAL" clId="{032F492A-5593-4DCA-A5DF-D95C5E80C3A5}" dt="2023-10-10T02:05:51.142" v="849"/>
          <pc:sldLayoutMkLst>
            <pc:docMk/>
            <pc:sldMasterMk cId="1215490863" sldId="2147483670"/>
            <pc:sldLayoutMk cId="4119007047" sldId="2147483678"/>
          </pc:sldLayoutMkLst>
        </pc:sldLayoutChg>
        <pc:sldLayoutChg chg="addSp modTransition">
          <pc:chgData name="HAFIZAH BINTI MANSOR" userId="6fcbf676-0e22-4b62-b8a0-731e5120c703" providerId="ADAL" clId="{032F492A-5593-4DCA-A5DF-D95C5E80C3A5}" dt="2023-10-10T02:05:51.142" v="849"/>
          <pc:sldLayoutMkLst>
            <pc:docMk/>
            <pc:sldMasterMk cId="1215490863" sldId="2147483670"/>
            <pc:sldLayoutMk cId="1290437473" sldId="2147483679"/>
          </pc:sldLayoutMkLst>
          <pc:spChg chg="add">
            <ac:chgData name="HAFIZAH BINTI MANSOR" userId="6fcbf676-0e22-4b62-b8a0-731e5120c703" providerId="ADAL" clId="{032F492A-5593-4DCA-A5DF-D95C5E80C3A5}" dt="2023-10-10T02:05:47.672" v="837"/>
            <ac:spMkLst>
              <pc:docMk/>
              <pc:sldMasterMk cId="1215490863" sldId="2147483670"/>
              <pc:sldLayoutMk cId="1290437473" sldId="2147483679"/>
              <ac:spMk id="8" creationId="{1DFE2C07-C38B-8ECE-BBCF-A4E4A36674F1}"/>
            </ac:spMkLst>
          </pc:spChg>
        </pc:sldLayoutChg>
        <pc:sldLayoutChg chg="modTransition">
          <pc:chgData name="HAFIZAH BINTI MANSOR" userId="6fcbf676-0e22-4b62-b8a0-731e5120c703" providerId="ADAL" clId="{032F492A-5593-4DCA-A5DF-D95C5E80C3A5}" dt="2023-10-10T02:05:51.142" v="849"/>
          <pc:sldLayoutMkLst>
            <pc:docMk/>
            <pc:sldMasterMk cId="1215490863" sldId="2147483670"/>
            <pc:sldLayoutMk cId="1443807480" sldId="2147483680"/>
          </pc:sldLayoutMkLst>
        </pc:sldLayoutChg>
        <pc:sldLayoutChg chg="modTransition">
          <pc:chgData name="HAFIZAH BINTI MANSOR" userId="6fcbf676-0e22-4b62-b8a0-731e5120c703" providerId="ADAL" clId="{032F492A-5593-4DCA-A5DF-D95C5E80C3A5}" dt="2023-10-10T02:05:51.142" v="849"/>
          <pc:sldLayoutMkLst>
            <pc:docMk/>
            <pc:sldMasterMk cId="1215490863" sldId="2147483670"/>
            <pc:sldLayoutMk cId="1118442295" sldId="2147483681"/>
          </pc:sldLayoutMkLst>
        </pc:sldLayoutChg>
      </pc:sldMasterChg>
      <pc:sldMasterChg chg="modTransition modSldLayout">
        <pc:chgData name="HAFIZAH BINTI MANSOR" userId="6fcbf676-0e22-4b62-b8a0-731e5120c703" providerId="ADAL" clId="{032F492A-5593-4DCA-A5DF-D95C5E80C3A5}" dt="2023-10-10T02:06:38.560" v="857"/>
        <pc:sldMasterMkLst>
          <pc:docMk/>
          <pc:sldMasterMk cId="3837208765" sldId="2147483670"/>
        </pc:sldMasterMkLst>
        <pc:sldLayoutChg chg="modTransition">
          <pc:chgData name="HAFIZAH BINTI MANSOR" userId="6fcbf676-0e22-4b62-b8a0-731e5120c703" providerId="ADAL" clId="{032F492A-5593-4DCA-A5DF-D95C5E80C3A5}" dt="2023-10-10T02:06:38.560" v="857"/>
          <pc:sldLayoutMkLst>
            <pc:docMk/>
            <pc:sldMasterMk cId="3837208765" sldId="2147483670"/>
            <pc:sldLayoutMk cId="623484078" sldId="2147483671"/>
          </pc:sldLayoutMkLst>
        </pc:sldLayoutChg>
        <pc:sldLayoutChg chg="modTransition">
          <pc:chgData name="HAFIZAH BINTI MANSOR" userId="6fcbf676-0e22-4b62-b8a0-731e5120c703" providerId="ADAL" clId="{032F492A-5593-4DCA-A5DF-D95C5E80C3A5}" dt="2023-10-10T02:06:38.560" v="857"/>
          <pc:sldLayoutMkLst>
            <pc:docMk/>
            <pc:sldMasterMk cId="3837208765" sldId="2147483670"/>
            <pc:sldLayoutMk cId="1383569754" sldId="2147483672"/>
          </pc:sldLayoutMkLst>
        </pc:sldLayoutChg>
        <pc:sldLayoutChg chg="modTransition">
          <pc:chgData name="HAFIZAH BINTI MANSOR" userId="6fcbf676-0e22-4b62-b8a0-731e5120c703" providerId="ADAL" clId="{032F492A-5593-4DCA-A5DF-D95C5E80C3A5}" dt="2023-10-10T02:06:38.560" v="857"/>
          <pc:sldLayoutMkLst>
            <pc:docMk/>
            <pc:sldMasterMk cId="3837208765" sldId="2147483670"/>
            <pc:sldLayoutMk cId="2309684743" sldId="2147483673"/>
          </pc:sldLayoutMkLst>
        </pc:sldLayoutChg>
        <pc:sldLayoutChg chg="modTransition">
          <pc:chgData name="HAFIZAH BINTI MANSOR" userId="6fcbf676-0e22-4b62-b8a0-731e5120c703" providerId="ADAL" clId="{032F492A-5593-4DCA-A5DF-D95C5E80C3A5}" dt="2023-10-10T02:06:38.560" v="857"/>
          <pc:sldLayoutMkLst>
            <pc:docMk/>
            <pc:sldMasterMk cId="3837208765" sldId="2147483670"/>
            <pc:sldLayoutMk cId="726466755" sldId="2147483674"/>
          </pc:sldLayoutMkLst>
        </pc:sldLayoutChg>
        <pc:sldLayoutChg chg="modTransition">
          <pc:chgData name="HAFIZAH BINTI MANSOR" userId="6fcbf676-0e22-4b62-b8a0-731e5120c703" providerId="ADAL" clId="{032F492A-5593-4DCA-A5DF-D95C5E80C3A5}" dt="2023-10-10T02:06:38.560" v="857"/>
          <pc:sldLayoutMkLst>
            <pc:docMk/>
            <pc:sldMasterMk cId="3837208765" sldId="2147483670"/>
            <pc:sldLayoutMk cId="1004531068" sldId="2147483675"/>
          </pc:sldLayoutMkLst>
        </pc:sldLayoutChg>
        <pc:sldLayoutChg chg="modTransition">
          <pc:chgData name="HAFIZAH BINTI MANSOR" userId="6fcbf676-0e22-4b62-b8a0-731e5120c703" providerId="ADAL" clId="{032F492A-5593-4DCA-A5DF-D95C5E80C3A5}" dt="2023-10-10T02:06:38.560" v="857"/>
          <pc:sldLayoutMkLst>
            <pc:docMk/>
            <pc:sldMasterMk cId="3837208765" sldId="2147483670"/>
            <pc:sldLayoutMk cId="3307718908" sldId="2147483676"/>
          </pc:sldLayoutMkLst>
        </pc:sldLayoutChg>
        <pc:sldLayoutChg chg="modTransition">
          <pc:chgData name="HAFIZAH BINTI MANSOR" userId="6fcbf676-0e22-4b62-b8a0-731e5120c703" providerId="ADAL" clId="{032F492A-5593-4DCA-A5DF-D95C5E80C3A5}" dt="2023-10-10T02:06:38.560" v="857"/>
          <pc:sldLayoutMkLst>
            <pc:docMk/>
            <pc:sldMasterMk cId="3837208765" sldId="2147483670"/>
            <pc:sldLayoutMk cId="3432588345" sldId="2147483677"/>
          </pc:sldLayoutMkLst>
        </pc:sldLayoutChg>
        <pc:sldLayoutChg chg="modTransition">
          <pc:chgData name="HAFIZAH BINTI MANSOR" userId="6fcbf676-0e22-4b62-b8a0-731e5120c703" providerId="ADAL" clId="{032F492A-5593-4DCA-A5DF-D95C5E80C3A5}" dt="2023-10-10T02:06:38.560" v="857"/>
          <pc:sldLayoutMkLst>
            <pc:docMk/>
            <pc:sldMasterMk cId="3837208765" sldId="2147483670"/>
            <pc:sldLayoutMk cId="2374027481" sldId="2147483678"/>
          </pc:sldLayoutMkLst>
        </pc:sldLayoutChg>
        <pc:sldLayoutChg chg="addSp modTransition">
          <pc:chgData name="HAFIZAH BINTI MANSOR" userId="6fcbf676-0e22-4b62-b8a0-731e5120c703" providerId="ADAL" clId="{032F492A-5593-4DCA-A5DF-D95C5E80C3A5}" dt="2023-10-10T02:06:38.560" v="857"/>
          <pc:sldLayoutMkLst>
            <pc:docMk/>
            <pc:sldMasterMk cId="3837208765" sldId="2147483670"/>
            <pc:sldLayoutMk cId="2409322553" sldId="2147483679"/>
          </pc:sldLayoutMkLst>
          <pc:spChg chg="add">
            <ac:chgData name="HAFIZAH BINTI MANSOR" userId="6fcbf676-0e22-4b62-b8a0-731e5120c703" providerId="ADAL" clId="{032F492A-5593-4DCA-A5DF-D95C5E80C3A5}" dt="2023-10-10T02:06:38.560" v="857"/>
            <ac:spMkLst>
              <pc:docMk/>
              <pc:sldMasterMk cId="3837208765" sldId="2147483670"/>
              <pc:sldLayoutMk cId="2409322553" sldId="2147483679"/>
              <ac:spMk id="8" creationId="{CB53E810-1664-1F6A-1ADA-7F1DD2360108}"/>
            </ac:spMkLst>
          </pc:spChg>
        </pc:sldLayoutChg>
        <pc:sldLayoutChg chg="modTransition">
          <pc:chgData name="HAFIZAH BINTI MANSOR" userId="6fcbf676-0e22-4b62-b8a0-731e5120c703" providerId="ADAL" clId="{032F492A-5593-4DCA-A5DF-D95C5E80C3A5}" dt="2023-10-10T02:06:38.560" v="857"/>
          <pc:sldLayoutMkLst>
            <pc:docMk/>
            <pc:sldMasterMk cId="3837208765" sldId="2147483670"/>
            <pc:sldLayoutMk cId="1029813443" sldId="2147483680"/>
          </pc:sldLayoutMkLst>
        </pc:sldLayoutChg>
        <pc:sldLayoutChg chg="modTransition">
          <pc:chgData name="HAFIZAH BINTI MANSOR" userId="6fcbf676-0e22-4b62-b8a0-731e5120c703" providerId="ADAL" clId="{032F492A-5593-4DCA-A5DF-D95C5E80C3A5}" dt="2023-10-10T02:06:38.560" v="857"/>
          <pc:sldLayoutMkLst>
            <pc:docMk/>
            <pc:sldMasterMk cId="3837208765" sldId="2147483670"/>
            <pc:sldLayoutMk cId="1794243591" sldId="2147483681"/>
          </pc:sldLayoutMkLst>
        </pc:sldLayoutChg>
      </pc:sldMasterChg>
    </pc:docChg>
  </pc:docChgLst>
  <pc:docChgLst>
    <pc:chgData name="HAFIZAH BINTI MANSOR" userId="6fcbf676-0e22-4b62-b8a0-731e5120c703" providerId="ADAL" clId="{54D8AA0D-9018-485D-BBDF-36682C937D84}"/>
    <pc:docChg chg="addSld modSld sldOrd">
      <pc:chgData name="HAFIZAH BINTI MANSOR" userId="6fcbf676-0e22-4b62-b8a0-731e5120c703" providerId="ADAL" clId="{54D8AA0D-9018-485D-BBDF-36682C937D84}" dt="2023-09-19T03:56:49.636" v="229" actId="1076"/>
      <pc:docMkLst>
        <pc:docMk/>
      </pc:docMkLst>
      <pc:sldChg chg="addSp delSp modSp mod">
        <pc:chgData name="HAFIZAH BINTI MANSOR" userId="6fcbf676-0e22-4b62-b8a0-731e5120c703" providerId="ADAL" clId="{54D8AA0D-9018-485D-BBDF-36682C937D84}" dt="2023-09-19T03:31:55.393" v="61" actId="1076"/>
        <pc:sldMkLst>
          <pc:docMk/>
          <pc:sldMk cId="611075947" sldId="280"/>
        </pc:sldMkLst>
        <pc:spChg chg="add del">
          <ac:chgData name="HAFIZAH BINTI MANSOR" userId="6fcbf676-0e22-4b62-b8a0-731e5120c703" providerId="ADAL" clId="{54D8AA0D-9018-485D-BBDF-36682C937D84}" dt="2023-09-19T03:31:11.942" v="34" actId="478"/>
          <ac:spMkLst>
            <pc:docMk/>
            <pc:sldMk cId="611075947" sldId="280"/>
            <ac:spMk id="2" creationId="{66868249-0AD0-E9B8-77E2-F87FE6F575AB}"/>
          </ac:spMkLst>
        </pc:spChg>
        <pc:spChg chg="add del mod">
          <ac:chgData name="HAFIZAH BINTI MANSOR" userId="6fcbf676-0e22-4b62-b8a0-731e5120c703" providerId="ADAL" clId="{54D8AA0D-9018-485D-BBDF-36682C937D84}" dt="2023-09-19T03:31:16.430" v="35"/>
          <ac:spMkLst>
            <pc:docMk/>
            <pc:sldMk cId="611075947" sldId="280"/>
            <ac:spMk id="3" creationId="{96BD14D1-AF72-ACCC-4EAB-B49DB5837D4D}"/>
          </ac:spMkLst>
        </pc:spChg>
        <pc:spChg chg="add mod">
          <ac:chgData name="HAFIZAH BINTI MANSOR" userId="6fcbf676-0e22-4b62-b8a0-731e5120c703" providerId="ADAL" clId="{54D8AA0D-9018-485D-BBDF-36682C937D84}" dt="2023-09-19T03:31:37.248" v="38" actId="14100"/>
          <ac:spMkLst>
            <pc:docMk/>
            <pc:sldMk cId="611075947" sldId="280"/>
            <ac:spMk id="4" creationId="{39C5D44A-51A4-41A2-7290-B7B6AA507F97}"/>
          </ac:spMkLst>
        </pc:spChg>
        <pc:spChg chg="del">
          <ac:chgData name="HAFIZAH BINTI MANSOR" userId="6fcbf676-0e22-4b62-b8a0-731e5120c703" providerId="ADAL" clId="{54D8AA0D-9018-485D-BBDF-36682C937D84}" dt="2023-09-19T03:31:11.942" v="34" actId="478"/>
          <ac:spMkLst>
            <pc:docMk/>
            <pc:sldMk cId="611075947" sldId="280"/>
            <ac:spMk id="25602" creationId="{3EC5EE03-B822-4E82-92DE-5A480E998849}"/>
          </ac:spMkLst>
        </pc:spChg>
        <pc:spChg chg="mod">
          <ac:chgData name="HAFIZAH BINTI MANSOR" userId="6fcbf676-0e22-4b62-b8a0-731e5120c703" providerId="ADAL" clId="{54D8AA0D-9018-485D-BBDF-36682C937D84}" dt="2023-09-19T03:31:55.393" v="61" actId="1076"/>
          <ac:spMkLst>
            <pc:docMk/>
            <pc:sldMk cId="611075947" sldId="280"/>
            <ac:spMk id="25603" creationId="{BB4C7733-4B34-49E4-BC40-E776CA0FB42D}"/>
          </ac:spMkLst>
        </pc:spChg>
      </pc:sldChg>
      <pc:sldChg chg="delSp modSp add mod">
        <pc:chgData name="HAFIZAH BINTI MANSOR" userId="6fcbf676-0e22-4b62-b8a0-731e5120c703" providerId="ADAL" clId="{54D8AA0D-9018-485D-BBDF-36682C937D84}" dt="2023-09-19T03:29:11.972" v="31" actId="1076"/>
        <pc:sldMkLst>
          <pc:docMk/>
          <pc:sldMk cId="3080770136" sldId="314"/>
        </pc:sldMkLst>
        <pc:spChg chg="del">
          <ac:chgData name="HAFIZAH BINTI MANSOR" userId="6fcbf676-0e22-4b62-b8a0-731e5120c703" providerId="ADAL" clId="{54D8AA0D-9018-485D-BBDF-36682C937D84}" dt="2023-09-19T03:24:32.834" v="1" actId="478"/>
          <ac:spMkLst>
            <pc:docMk/>
            <pc:sldMk cId="3080770136" sldId="314"/>
            <ac:spMk id="23555" creationId="{D3DA37E6-383D-4B04-B0AF-FB3E1D9E92EA}"/>
          </ac:spMkLst>
        </pc:spChg>
        <pc:spChg chg="del">
          <ac:chgData name="HAFIZAH BINTI MANSOR" userId="6fcbf676-0e22-4b62-b8a0-731e5120c703" providerId="ADAL" clId="{54D8AA0D-9018-485D-BBDF-36682C937D84}" dt="2023-09-19T03:24:32.834" v="1" actId="478"/>
          <ac:spMkLst>
            <pc:docMk/>
            <pc:sldMk cId="3080770136" sldId="314"/>
            <ac:spMk id="23556" creationId="{B81CC844-59E2-4E14-AB47-155046D7192C}"/>
          </ac:spMkLst>
        </pc:spChg>
        <pc:spChg chg="del">
          <ac:chgData name="HAFIZAH BINTI MANSOR" userId="6fcbf676-0e22-4b62-b8a0-731e5120c703" providerId="ADAL" clId="{54D8AA0D-9018-485D-BBDF-36682C937D84}" dt="2023-09-19T03:24:32.834" v="1" actId="478"/>
          <ac:spMkLst>
            <pc:docMk/>
            <pc:sldMk cId="3080770136" sldId="314"/>
            <ac:spMk id="23557" creationId="{4A45A9E1-60AD-47F6-B1F5-1A3543DB5593}"/>
          </ac:spMkLst>
        </pc:spChg>
        <pc:spChg chg="del">
          <ac:chgData name="HAFIZAH BINTI MANSOR" userId="6fcbf676-0e22-4b62-b8a0-731e5120c703" providerId="ADAL" clId="{54D8AA0D-9018-485D-BBDF-36682C937D84}" dt="2023-09-19T03:24:32.834" v="1" actId="478"/>
          <ac:spMkLst>
            <pc:docMk/>
            <pc:sldMk cId="3080770136" sldId="314"/>
            <ac:spMk id="23558" creationId="{A421A045-8A49-4FBB-ABB4-581E75B90C5F}"/>
          </ac:spMkLst>
        </pc:spChg>
        <pc:spChg chg="del">
          <ac:chgData name="HAFIZAH BINTI MANSOR" userId="6fcbf676-0e22-4b62-b8a0-731e5120c703" providerId="ADAL" clId="{54D8AA0D-9018-485D-BBDF-36682C937D84}" dt="2023-09-19T03:24:32.834" v="1" actId="478"/>
          <ac:spMkLst>
            <pc:docMk/>
            <pc:sldMk cId="3080770136" sldId="314"/>
            <ac:spMk id="23559" creationId="{A545864B-4836-4705-A16C-0DC0158D936F}"/>
          </ac:spMkLst>
        </pc:spChg>
        <pc:spChg chg="del">
          <ac:chgData name="HAFIZAH BINTI MANSOR" userId="6fcbf676-0e22-4b62-b8a0-731e5120c703" providerId="ADAL" clId="{54D8AA0D-9018-485D-BBDF-36682C937D84}" dt="2023-09-19T03:24:32.834" v="1" actId="478"/>
          <ac:spMkLst>
            <pc:docMk/>
            <pc:sldMk cId="3080770136" sldId="314"/>
            <ac:spMk id="23560" creationId="{D1537F99-893F-4FA1-8A04-7D83384A251B}"/>
          </ac:spMkLst>
        </pc:spChg>
        <pc:spChg chg="del">
          <ac:chgData name="HAFIZAH BINTI MANSOR" userId="6fcbf676-0e22-4b62-b8a0-731e5120c703" providerId="ADAL" clId="{54D8AA0D-9018-485D-BBDF-36682C937D84}" dt="2023-09-19T03:24:32.834" v="1" actId="478"/>
          <ac:spMkLst>
            <pc:docMk/>
            <pc:sldMk cId="3080770136" sldId="314"/>
            <ac:spMk id="23561" creationId="{578113AA-28ED-4C10-95AD-75F5C6A15C31}"/>
          </ac:spMkLst>
        </pc:spChg>
        <pc:spChg chg="del">
          <ac:chgData name="HAFIZAH BINTI MANSOR" userId="6fcbf676-0e22-4b62-b8a0-731e5120c703" providerId="ADAL" clId="{54D8AA0D-9018-485D-BBDF-36682C937D84}" dt="2023-09-19T03:24:32.834" v="1" actId="478"/>
          <ac:spMkLst>
            <pc:docMk/>
            <pc:sldMk cId="3080770136" sldId="314"/>
            <ac:spMk id="23562" creationId="{36C2CC57-E63C-413A-B4B8-9B1796E02E16}"/>
          </ac:spMkLst>
        </pc:spChg>
        <pc:spChg chg="del">
          <ac:chgData name="HAFIZAH BINTI MANSOR" userId="6fcbf676-0e22-4b62-b8a0-731e5120c703" providerId="ADAL" clId="{54D8AA0D-9018-485D-BBDF-36682C937D84}" dt="2023-09-19T03:24:32.834" v="1" actId="478"/>
          <ac:spMkLst>
            <pc:docMk/>
            <pc:sldMk cId="3080770136" sldId="314"/>
            <ac:spMk id="23563" creationId="{B77698B2-709D-4709-8D18-088E0A290A17}"/>
          </ac:spMkLst>
        </pc:spChg>
        <pc:spChg chg="del">
          <ac:chgData name="HAFIZAH BINTI MANSOR" userId="6fcbf676-0e22-4b62-b8a0-731e5120c703" providerId="ADAL" clId="{54D8AA0D-9018-485D-BBDF-36682C937D84}" dt="2023-09-19T03:24:36.955" v="2" actId="478"/>
          <ac:spMkLst>
            <pc:docMk/>
            <pc:sldMk cId="3080770136" sldId="314"/>
            <ac:spMk id="23586" creationId="{2C560CE4-470F-4C4E-8BA1-232B77F5872D}"/>
          </ac:spMkLst>
        </pc:spChg>
        <pc:spChg chg="mod">
          <ac:chgData name="HAFIZAH BINTI MANSOR" userId="6fcbf676-0e22-4b62-b8a0-731e5120c703" providerId="ADAL" clId="{54D8AA0D-9018-485D-BBDF-36682C937D84}" dt="2023-09-19T03:29:07.669" v="30" actId="255"/>
          <ac:spMkLst>
            <pc:docMk/>
            <pc:sldMk cId="3080770136" sldId="314"/>
            <ac:spMk id="23587" creationId="{87104AD0-F66A-4710-92F2-7315260BFE16}"/>
          </ac:spMkLst>
        </pc:spChg>
        <pc:spChg chg="mod">
          <ac:chgData name="HAFIZAH BINTI MANSOR" userId="6fcbf676-0e22-4b62-b8a0-731e5120c703" providerId="ADAL" clId="{54D8AA0D-9018-485D-BBDF-36682C937D84}" dt="2023-09-19T03:29:11.972" v="31" actId="1076"/>
          <ac:spMkLst>
            <pc:docMk/>
            <pc:sldMk cId="3080770136" sldId="314"/>
            <ac:spMk id="23588" creationId="{14FEE679-8A08-4CCC-80DD-B4F1EA9796D5}"/>
          </ac:spMkLst>
        </pc:spChg>
        <pc:grpChg chg="del">
          <ac:chgData name="HAFIZAH BINTI MANSOR" userId="6fcbf676-0e22-4b62-b8a0-731e5120c703" providerId="ADAL" clId="{54D8AA0D-9018-485D-BBDF-36682C937D84}" dt="2023-09-19T03:24:32.834" v="1" actId="478"/>
          <ac:grpSpMkLst>
            <pc:docMk/>
            <pc:sldMk cId="3080770136" sldId="314"/>
            <ac:grpSpMk id="2" creationId="{8CD7DE2B-69A1-4FC0-AFCB-B38DD8EBDD1A}"/>
          </ac:grpSpMkLst>
        </pc:grpChg>
        <pc:grpChg chg="del">
          <ac:chgData name="HAFIZAH BINTI MANSOR" userId="6fcbf676-0e22-4b62-b8a0-731e5120c703" providerId="ADAL" clId="{54D8AA0D-9018-485D-BBDF-36682C937D84}" dt="2023-09-19T03:24:32.834" v="1" actId="478"/>
          <ac:grpSpMkLst>
            <pc:docMk/>
            <pc:sldMk cId="3080770136" sldId="314"/>
            <ac:grpSpMk id="4" creationId="{C8C06500-FC05-4C22-9EB9-C38CFE2BE5AC}"/>
          </ac:grpSpMkLst>
        </pc:grpChg>
      </pc:sldChg>
      <pc:sldChg chg="add">
        <pc:chgData name="HAFIZAH BINTI MANSOR" userId="6fcbf676-0e22-4b62-b8a0-731e5120c703" providerId="ADAL" clId="{54D8AA0D-9018-485D-BBDF-36682C937D84}" dt="2023-09-19T03:30:54.160" v="32"/>
        <pc:sldMkLst>
          <pc:docMk/>
          <pc:sldMk cId="2822630988" sldId="315"/>
        </pc:sldMkLst>
      </pc:sldChg>
      <pc:sldChg chg="addSp delSp modSp add mod">
        <pc:chgData name="HAFIZAH BINTI MANSOR" userId="6fcbf676-0e22-4b62-b8a0-731e5120c703" providerId="ADAL" clId="{54D8AA0D-9018-485D-BBDF-36682C937D84}" dt="2023-09-19T03:41:00.900" v="123"/>
        <pc:sldMkLst>
          <pc:docMk/>
          <pc:sldMk cId="1416593160" sldId="316"/>
        </pc:sldMkLst>
        <pc:spChg chg="add del">
          <ac:chgData name="HAFIZAH BINTI MANSOR" userId="6fcbf676-0e22-4b62-b8a0-731e5120c703" providerId="ADAL" clId="{54D8AA0D-9018-485D-BBDF-36682C937D84}" dt="2023-09-19T03:36:16.179" v="64"/>
          <ac:spMkLst>
            <pc:docMk/>
            <pc:sldMk cId="1416593160" sldId="316"/>
            <ac:spMk id="2" creationId="{340F27E8-6E57-D4FF-2784-33D0498F4D12}"/>
          </ac:spMkLst>
        </pc:spChg>
        <pc:spChg chg="add mod">
          <ac:chgData name="HAFIZAH BINTI MANSOR" userId="6fcbf676-0e22-4b62-b8a0-731e5120c703" providerId="ADAL" clId="{54D8AA0D-9018-485D-BBDF-36682C937D84}" dt="2023-09-19T03:37:42.094" v="103" actId="5793"/>
          <ac:spMkLst>
            <pc:docMk/>
            <pc:sldMk cId="1416593160" sldId="316"/>
            <ac:spMk id="3" creationId="{DD363AEA-65A3-4B8C-33BA-6F2CBD555F71}"/>
          </ac:spMkLst>
        </pc:spChg>
        <pc:spChg chg="mod">
          <ac:chgData name="HAFIZAH BINTI MANSOR" userId="6fcbf676-0e22-4b62-b8a0-731e5120c703" providerId="ADAL" clId="{54D8AA0D-9018-485D-BBDF-36682C937D84}" dt="2023-09-19T03:36:17.619" v="65" actId="6549"/>
          <ac:spMkLst>
            <pc:docMk/>
            <pc:sldMk cId="1416593160" sldId="316"/>
            <ac:spMk id="4" creationId="{39C5D44A-51A4-41A2-7290-B7B6AA507F97}"/>
          </ac:spMkLst>
        </pc:spChg>
        <pc:spChg chg="add mod">
          <ac:chgData name="HAFIZAH BINTI MANSOR" userId="6fcbf676-0e22-4b62-b8a0-731e5120c703" providerId="ADAL" clId="{54D8AA0D-9018-485D-BBDF-36682C937D84}" dt="2023-09-19T03:41:00.900" v="123"/>
          <ac:spMkLst>
            <pc:docMk/>
            <pc:sldMk cId="1416593160" sldId="316"/>
            <ac:spMk id="5" creationId="{0DD42F66-BFFF-BECD-DFDF-2E84436D6A96}"/>
          </ac:spMkLst>
        </pc:spChg>
        <pc:spChg chg="mod">
          <ac:chgData name="HAFIZAH BINTI MANSOR" userId="6fcbf676-0e22-4b62-b8a0-731e5120c703" providerId="ADAL" clId="{54D8AA0D-9018-485D-BBDF-36682C937D84}" dt="2023-09-19T03:37:17.788" v="82" actId="20577"/>
          <ac:spMkLst>
            <pc:docMk/>
            <pc:sldMk cId="1416593160" sldId="316"/>
            <ac:spMk id="25603" creationId="{BB4C7733-4B34-49E4-BC40-E776CA0FB42D}"/>
          </ac:spMkLst>
        </pc:spChg>
      </pc:sldChg>
      <pc:sldChg chg="addSp modSp add mod">
        <pc:chgData name="HAFIZAH BINTI MANSOR" userId="6fcbf676-0e22-4b62-b8a0-731e5120c703" providerId="ADAL" clId="{54D8AA0D-9018-485D-BBDF-36682C937D84}" dt="2023-09-19T03:45:02.341" v="166" actId="1076"/>
        <pc:sldMkLst>
          <pc:docMk/>
          <pc:sldMk cId="1414798552" sldId="317"/>
        </pc:sldMkLst>
        <pc:spChg chg="add mod">
          <ac:chgData name="HAFIZAH BINTI MANSOR" userId="6fcbf676-0e22-4b62-b8a0-731e5120c703" providerId="ADAL" clId="{54D8AA0D-9018-485D-BBDF-36682C937D84}" dt="2023-09-19T03:45:02.341" v="166" actId="1076"/>
          <ac:spMkLst>
            <pc:docMk/>
            <pc:sldMk cId="1414798552" sldId="317"/>
            <ac:spMk id="2" creationId="{EDF00614-5524-1933-5554-13C3CBBDAA19}"/>
          </ac:spMkLst>
        </pc:spChg>
        <pc:spChg chg="mod">
          <ac:chgData name="HAFIZAH BINTI MANSOR" userId="6fcbf676-0e22-4b62-b8a0-731e5120c703" providerId="ADAL" clId="{54D8AA0D-9018-485D-BBDF-36682C937D84}" dt="2023-09-19T03:43:24.911" v="150" actId="20577"/>
          <ac:spMkLst>
            <pc:docMk/>
            <pc:sldMk cId="1414798552" sldId="317"/>
            <ac:spMk id="5" creationId="{0DD42F66-BFFF-BECD-DFDF-2E84436D6A96}"/>
          </ac:spMkLst>
        </pc:spChg>
        <pc:spChg chg="mod">
          <ac:chgData name="HAFIZAH BINTI MANSOR" userId="6fcbf676-0e22-4b62-b8a0-731e5120c703" providerId="ADAL" clId="{54D8AA0D-9018-485D-BBDF-36682C937D84}" dt="2023-09-19T03:43:08.875" v="148" actId="20577"/>
          <ac:spMkLst>
            <pc:docMk/>
            <pc:sldMk cId="1414798552" sldId="317"/>
            <ac:spMk id="25603" creationId="{BB4C7733-4B34-49E4-BC40-E776CA0FB42D}"/>
          </ac:spMkLst>
        </pc:spChg>
      </pc:sldChg>
      <pc:sldChg chg="modSp add mod">
        <pc:chgData name="HAFIZAH BINTI MANSOR" userId="6fcbf676-0e22-4b62-b8a0-731e5120c703" providerId="ADAL" clId="{54D8AA0D-9018-485D-BBDF-36682C937D84}" dt="2023-09-19T03:45:16.833" v="168" actId="1076"/>
        <pc:sldMkLst>
          <pc:docMk/>
          <pc:sldMk cId="3185328215" sldId="318"/>
        </pc:sldMkLst>
        <pc:spChg chg="mod">
          <ac:chgData name="HAFIZAH BINTI MANSOR" userId="6fcbf676-0e22-4b62-b8a0-731e5120c703" providerId="ADAL" clId="{54D8AA0D-9018-485D-BBDF-36682C937D84}" dt="2023-09-19T03:45:16.833" v="168" actId="1076"/>
          <ac:spMkLst>
            <pc:docMk/>
            <pc:sldMk cId="3185328215" sldId="318"/>
            <ac:spMk id="2" creationId="{EDF00614-5524-1933-5554-13C3CBBDAA19}"/>
          </ac:spMkLst>
        </pc:spChg>
      </pc:sldChg>
      <pc:sldChg chg="addSp delSp modSp add mod ord">
        <pc:chgData name="HAFIZAH BINTI MANSOR" userId="6fcbf676-0e22-4b62-b8a0-731e5120c703" providerId="ADAL" clId="{54D8AA0D-9018-485D-BBDF-36682C937D84}" dt="2023-09-19T03:56:49.636" v="229" actId="1076"/>
        <pc:sldMkLst>
          <pc:docMk/>
          <pc:sldMk cId="2195431621" sldId="319"/>
        </pc:sldMkLst>
        <pc:spChg chg="mod">
          <ac:chgData name="HAFIZAH BINTI MANSOR" userId="6fcbf676-0e22-4b62-b8a0-731e5120c703" providerId="ADAL" clId="{54D8AA0D-9018-485D-BBDF-36682C937D84}" dt="2023-09-19T03:56:49.636" v="229" actId="1076"/>
          <ac:spMkLst>
            <pc:docMk/>
            <pc:sldMk cId="2195431621" sldId="319"/>
            <ac:spMk id="2" creationId="{EDF00614-5524-1933-5554-13C3CBBDAA19}"/>
          </ac:spMkLst>
        </pc:spChg>
        <pc:spChg chg="del">
          <ac:chgData name="HAFIZAH BINTI MANSOR" userId="6fcbf676-0e22-4b62-b8a0-731e5120c703" providerId="ADAL" clId="{54D8AA0D-9018-485D-BBDF-36682C937D84}" dt="2023-09-19T03:56:29.727" v="224" actId="478"/>
          <ac:spMkLst>
            <pc:docMk/>
            <pc:sldMk cId="2195431621" sldId="319"/>
            <ac:spMk id="5" creationId="{0DD42F66-BFFF-BECD-DFDF-2E84436D6A96}"/>
          </ac:spMkLst>
        </pc:spChg>
        <pc:spChg chg="add mod">
          <ac:chgData name="HAFIZAH BINTI MANSOR" userId="6fcbf676-0e22-4b62-b8a0-731e5120c703" providerId="ADAL" clId="{54D8AA0D-9018-485D-BBDF-36682C937D84}" dt="2023-09-19T03:56:37.241" v="225" actId="21"/>
          <ac:spMkLst>
            <pc:docMk/>
            <pc:sldMk cId="2195431621" sldId="319"/>
            <ac:spMk id="6" creationId="{9F70D895-FC7E-8367-E0B6-93BC4330DA3C}"/>
          </ac:spMkLst>
        </pc:spChg>
        <pc:spChg chg="mod">
          <ac:chgData name="HAFIZAH BINTI MANSOR" userId="6fcbf676-0e22-4b62-b8a0-731e5120c703" providerId="ADAL" clId="{54D8AA0D-9018-485D-BBDF-36682C937D84}" dt="2023-09-19T03:54:00.337" v="199" actId="20577"/>
          <ac:spMkLst>
            <pc:docMk/>
            <pc:sldMk cId="2195431621" sldId="319"/>
            <ac:spMk id="25603" creationId="{BB4C7733-4B34-49E4-BC40-E776CA0FB42D}"/>
          </ac:spMkLst>
        </pc:spChg>
      </pc:sldChg>
      <pc:sldChg chg="modSp add mod">
        <pc:chgData name="HAFIZAH BINTI MANSOR" userId="6fcbf676-0e22-4b62-b8a0-731e5120c703" providerId="ADAL" clId="{54D8AA0D-9018-485D-BBDF-36682C937D84}" dt="2023-09-19T03:55:22.818" v="218"/>
        <pc:sldMkLst>
          <pc:docMk/>
          <pc:sldMk cId="2760969545" sldId="320"/>
        </pc:sldMkLst>
        <pc:spChg chg="mod">
          <ac:chgData name="HAFIZAH BINTI MANSOR" userId="6fcbf676-0e22-4b62-b8a0-731e5120c703" providerId="ADAL" clId="{54D8AA0D-9018-485D-BBDF-36682C937D84}" dt="2023-09-19T03:55:22.818" v="218"/>
          <ac:spMkLst>
            <pc:docMk/>
            <pc:sldMk cId="2760969545" sldId="320"/>
            <ac:spMk id="2" creationId="{EDF00614-5524-1933-5554-13C3CBBDAA19}"/>
          </ac:spMkLst>
        </pc:spChg>
        <pc:spChg chg="mod">
          <ac:chgData name="HAFIZAH BINTI MANSOR" userId="6fcbf676-0e22-4b62-b8a0-731e5120c703" providerId="ADAL" clId="{54D8AA0D-9018-485D-BBDF-36682C937D84}" dt="2023-09-19T03:54:46.515" v="210" actId="20577"/>
          <ac:spMkLst>
            <pc:docMk/>
            <pc:sldMk cId="2760969545" sldId="320"/>
            <ac:spMk id="25603" creationId="{BB4C7733-4B34-49E4-BC40-E776CA0FB42D}"/>
          </ac:spMkLst>
        </pc:spChg>
      </pc:sldChg>
      <pc:sldChg chg="modSp add mod">
        <pc:chgData name="HAFIZAH BINTI MANSOR" userId="6fcbf676-0e22-4b62-b8a0-731e5120c703" providerId="ADAL" clId="{54D8AA0D-9018-485D-BBDF-36682C937D84}" dt="2023-09-19T03:55:46.547" v="219"/>
        <pc:sldMkLst>
          <pc:docMk/>
          <pc:sldMk cId="3397438809" sldId="321"/>
        </pc:sldMkLst>
        <pc:spChg chg="mod">
          <ac:chgData name="HAFIZAH BINTI MANSOR" userId="6fcbf676-0e22-4b62-b8a0-731e5120c703" providerId="ADAL" clId="{54D8AA0D-9018-485D-BBDF-36682C937D84}" dt="2023-09-19T03:55:46.547" v="219"/>
          <ac:spMkLst>
            <pc:docMk/>
            <pc:sldMk cId="3397438809" sldId="321"/>
            <ac:spMk id="2" creationId="{EDF00614-5524-1933-5554-13C3CBBDAA19}"/>
          </ac:spMkLst>
        </pc:spChg>
        <pc:spChg chg="mod">
          <ac:chgData name="HAFIZAH BINTI MANSOR" userId="6fcbf676-0e22-4b62-b8a0-731e5120c703" providerId="ADAL" clId="{54D8AA0D-9018-485D-BBDF-36682C937D84}" dt="2023-09-19T03:54:56.912" v="217" actId="20577"/>
          <ac:spMkLst>
            <pc:docMk/>
            <pc:sldMk cId="3397438809" sldId="321"/>
            <ac:spMk id="25603" creationId="{BB4C7733-4B34-49E4-BC40-E776CA0FB42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AC4FB8F-ED15-48AB-97BD-17129D4E699D}" type="datetimeFigureOut">
              <a:rPr lang="en-US" smtClean="0"/>
              <a:t>10/10/2023</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6B3739-9081-478F-812E-AE7CE140632E}" type="slidenum">
              <a:rPr lang="en-US" smtClean="0"/>
              <a:t>‹#›</a:t>
            </a:fld>
            <a:endParaRPr lang="en-US" dirty="0"/>
          </a:p>
        </p:txBody>
      </p:sp>
    </p:spTree>
    <p:extLst>
      <p:ext uri="{BB962C8B-B14F-4D97-AF65-F5344CB8AC3E}">
        <p14:creationId xmlns:p14="http://schemas.microsoft.com/office/powerpoint/2010/main" val="41121049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C9D437-CD83-4825-AD0D-5E7B341BC79B}" type="datetimeFigureOut">
              <a:rPr lang="en-US" smtClean="0"/>
              <a:t>10/10/2023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0CF8BB-EBC7-4B8F-9632-A5A136FBB880}" type="slidenum">
              <a:rPr lang="en-US" smtClean="0"/>
              <a:t>‹#›</a:t>
            </a:fld>
            <a:endParaRPr lang="en-US" dirty="0"/>
          </a:p>
        </p:txBody>
      </p:sp>
    </p:spTree>
    <p:extLst>
      <p:ext uri="{BB962C8B-B14F-4D97-AF65-F5344CB8AC3E}">
        <p14:creationId xmlns:p14="http://schemas.microsoft.com/office/powerpoint/2010/main" val="1170369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849E8283-1A42-4AFE-90DF-D2FBDBD8A4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85FBD3B6-1A30-453C-A019-104FBD1D1B29}" type="slidenum">
              <a:rPr lang="en-US" altLang="en-US" sz="1300"/>
              <a:pPr>
                <a:spcBef>
                  <a:spcPct val="0"/>
                </a:spcBef>
              </a:pPr>
              <a:t>2</a:t>
            </a:fld>
            <a:endParaRPr lang="en-US" altLang="en-US" sz="1300"/>
          </a:p>
        </p:txBody>
      </p:sp>
      <p:sp>
        <p:nvSpPr>
          <p:cNvPr id="24579" name="Rectangle 2">
            <a:extLst>
              <a:ext uri="{FF2B5EF4-FFF2-40B4-BE49-F238E27FC236}">
                <a16:creationId xmlns:a16="http://schemas.microsoft.com/office/drawing/2014/main" id="{C9CF463A-2C33-45EF-A176-5E12DFB5785F}"/>
              </a:ext>
            </a:extLst>
          </p:cNvPr>
          <p:cNvSpPr>
            <a:spLocks noGrp="1" noChangeArrowheads="1"/>
          </p:cNvSpPr>
          <p:nvPr>
            <p:ph type="body" idx="1"/>
          </p:nvPr>
        </p:nvSpPr>
        <p:spPr>
          <a:xfrm>
            <a:off x="550863" y="4562475"/>
            <a:ext cx="6303962" cy="43195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41" tIns="46539" rIns="94741" bIns="46539"/>
          <a:lstStyle/>
          <a:p>
            <a:pPr>
              <a:lnSpc>
                <a:spcPct val="90000"/>
              </a:lnSpc>
            </a:pPr>
            <a:endParaRPr lang="en-US" altLang="en-US"/>
          </a:p>
        </p:txBody>
      </p:sp>
      <p:sp>
        <p:nvSpPr>
          <p:cNvPr id="24580" name="Rectangle 3">
            <a:extLst>
              <a:ext uri="{FF2B5EF4-FFF2-40B4-BE49-F238E27FC236}">
                <a16:creationId xmlns:a16="http://schemas.microsoft.com/office/drawing/2014/main" id="{0C2D3D12-0900-402C-8D94-224849B3514C}"/>
              </a:ext>
            </a:extLst>
          </p:cNvPr>
          <p:cNvSpPr>
            <a:spLocks noGrp="1" noRot="1" noChangeAspect="1" noChangeArrowheads="1" noTextEdit="1"/>
          </p:cNvSpPr>
          <p:nvPr>
            <p:ph type="sldImg"/>
          </p:nvPr>
        </p:nvSpPr>
        <p:spPr>
          <a:xfrm>
            <a:off x="474663" y="615950"/>
            <a:ext cx="6380162" cy="3589338"/>
          </a:xfrm>
          <a:ln>
            <a:noFill/>
          </a:ln>
          <a:extLst>
            <a:ext uri="{91240B29-F687-4F45-9708-019B960494DF}">
              <a14:hiddenLine xmlns:a14="http://schemas.microsoft.com/office/drawing/2010/main" w="9525">
                <a:solidFill>
                  <a:srgbClr val="000000"/>
                </a:solidFill>
                <a:miter lim="800000"/>
                <a:headEnd/>
                <a:tailEnd/>
              </a14:hiddenLine>
            </a:ext>
          </a:extLst>
        </p:spPr>
      </p:sp>
    </p:spTree>
    <p:extLst>
      <p:ext uri="{BB962C8B-B14F-4D97-AF65-F5344CB8AC3E}">
        <p14:creationId xmlns:p14="http://schemas.microsoft.com/office/powerpoint/2010/main" val="9459833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849E8283-1A42-4AFE-90DF-D2FBDBD8A4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85FBD3B6-1A30-453C-A019-104FBD1D1B29}" type="slidenum">
              <a:rPr lang="en-US" altLang="en-US" sz="1300"/>
              <a:pPr>
                <a:spcBef>
                  <a:spcPct val="0"/>
                </a:spcBef>
              </a:pPr>
              <a:t>3</a:t>
            </a:fld>
            <a:endParaRPr lang="en-US" altLang="en-US" sz="1300"/>
          </a:p>
        </p:txBody>
      </p:sp>
      <p:sp>
        <p:nvSpPr>
          <p:cNvPr id="24579" name="Rectangle 2">
            <a:extLst>
              <a:ext uri="{FF2B5EF4-FFF2-40B4-BE49-F238E27FC236}">
                <a16:creationId xmlns:a16="http://schemas.microsoft.com/office/drawing/2014/main" id="{C9CF463A-2C33-45EF-A176-5E12DFB5785F}"/>
              </a:ext>
            </a:extLst>
          </p:cNvPr>
          <p:cNvSpPr>
            <a:spLocks noGrp="1" noChangeArrowheads="1"/>
          </p:cNvSpPr>
          <p:nvPr>
            <p:ph type="body" idx="1"/>
          </p:nvPr>
        </p:nvSpPr>
        <p:spPr>
          <a:xfrm>
            <a:off x="550863" y="4562475"/>
            <a:ext cx="6303962" cy="43195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41" tIns="46539" rIns="94741" bIns="46539"/>
          <a:lstStyle/>
          <a:p>
            <a:pPr>
              <a:lnSpc>
                <a:spcPct val="90000"/>
              </a:lnSpc>
            </a:pPr>
            <a:endParaRPr lang="en-US" altLang="en-US"/>
          </a:p>
        </p:txBody>
      </p:sp>
      <p:sp>
        <p:nvSpPr>
          <p:cNvPr id="24580" name="Rectangle 3">
            <a:extLst>
              <a:ext uri="{FF2B5EF4-FFF2-40B4-BE49-F238E27FC236}">
                <a16:creationId xmlns:a16="http://schemas.microsoft.com/office/drawing/2014/main" id="{0C2D3D12-0900-402C-8D94-224849B3514C}"/>
              </a:ext>
            </a:extLst>
          </p:cNvPr>
          <p:cNvSpPr>
            <a:spLocks noGrp="1" noRot="1" noChangeAspect="1" noChangeArrowheads="1" noTextEdit="1"/>
          </p:cNvSpPr>
          <p:nvPr>
            <p:ph type="sldImg"/>
          </p:nvPr>
        </p:nvSpPr>
        <p:spPr>
          <a:xfrm>
            <a:off x="474663" y="615950"/>
            <a:ext cx="6380162" cy="3589338"/>
          </a:xfrm>
          <a:ln>
            <a:noFill/>
          </a:ln>
          <a:extLst>
            <a:ext uri="{91240B29-F687-4F45-9708-019B960494DF}">
              <a14:hiddenLine xmlns:a14="http://schemas.microsoft.com/office/drawing/2010/main" w="9525">
                <a:solidFill>
                  <a:srgbClr val="000000"/>
                </a:solidFill>
                <a:miter lim="800000"/>
                <a:headEnd/>
                <a:tailEnd/>
              </a14:hiddenLine>
            </a:ext>
          </a:extLst>
        </p:spPr>
      </p:sp>
    </p:spTree>
    <p:extLst>
      <p:ext uri="{BB962C8B-B14F-4D97-AF65-F5344CB8AC3E}">
        <p14:creationId xmlns:p14="http://schemas.microsoft.com/office/powerpoint/2010/main" val="4072647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6C33B2B1-E868-4C5E-915A-B2B49A0010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D6AF9F4-5CA6-448C-BC64-755B54EC1B66}" type="slidenum">
              <a:rPr lang="en-US" altLang="en-US">
                <a:latin typeface="Tahoma" panose="020B0604030504040204" pitchFamily="34" charset="0"/>
              </a:rPr>
              <a:pPr>
                <a:spcBef>
                  <a:spcPct val="0"/>
                </a:spcBef>
              </a:pPr>
              <a:t>4</a:t>
            </a:fld>
            <a:endParaRPr lang="en-US" altLang="en-US">
              <a:latin typeface="Tahoma" panose="020B0604030504040204" pitchFamily="34" charset="0"/>
            </a:endParaRPr>
          </a:p>
        </p:txBody>
      </p:sp>
      <p:sp>
        <p:nvSpPr>
          <p:cNvPr id="26627" name="Rectangle 2">
            <a:extLst>
              <a:ext uri="{FF2B5EF4-FFF2-40B4-BE49-F238E27FC236}">
                <a16:creationId xmlns:a16="http://schemas.microsoft.com/office/drawing/2014/main" id="{BAD7E25C-BE75-4242-85B1-A394A5CF3C37}"/>
              </a:ext>
            </a:extLst>
          </p:cNvPr>
          <p:cNvSpPr>
            <a:spLocks noGrp="1" noRot="1" noChangeAspect="1" noChangeArrowheads="1" noTextEdit="1"/>
          </p:cNvSpPr>
          <p:nvPr>
            <p:ph type="sldImg"/>
          </p:nvPr>
        </p:nvSpPr>
        <p:spPr>
          <a:xfrm>
            <a:off x="468313" y="725488"/>
            <a:ext cx="6380162" cy="3589337"/>
          </a:xfrm>
          <a:noFill/>
          <a:ln w="12700" cap="flat">
            <a:solidFill>
              <a:schemeClr val="tx1"/>
            </a:solidFill>
          </a:ln>
        </p:spPr>
      </p:sp>
      <p:sp>
        <p:nvSpPr>
          <p:cNvPr id="26628" name="Rectangle 3">
            <a:extLst>
              <a:ext uri="{FF2B5EF4-FFF2-40B4-BE49-F238E27FC236}">
                <a16:creationId xmlns:a16="http://schemas.microsoft.com/office/drawing/2014/main" id="{E1DAD9C6-E7CE-45CF-83DB-0CA9367D55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en-US" altLang="en-US">
              <a:latin typeface="Arial" panose="020B0604020202020204" pitchFamily="34" charset="0"/>
            </a:endParaRPr>
          </a:p>
        </p:txBody>
      </p:sp>
    </p:spTree>
    <p:extLst>
      <p:ext uri="{BB962C8B-B14F-4D97-AF65-F5344CB8AC3E}">
        <p14:creationId xmlns:p14="http://schemas.microsoft.com/office/powerpoint/2010/main" val="3047555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6C33B2B1-E868-4C5E-915A-B2B49A0010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D6AF9F4-5CA6-448C-BC64-755B54EC1B66}" type="slidenum">
              <a:rPr lang="en-US" altLang="en-US">
                <a:latin typeface="Tahoma" panose="020B0604030504040204" pitchFamily="34" charset="0"/>
              </a:rPr>
              <a:pPr>
                <a:spcBef>
                  <a:spcPct val="0"/>
                </a:spcBef>
              </a:pPr>
              <a:t>9</a:t>
            </a:fld>
            <a:endParaRPr lang="en-US" altLang="en-US">
              <a:latin typeface="Tahoma" panose="020B0604030504040204" pitchFamily="34" charset="0"/>
            </a:endParaRPr>
          </a:p>
        </p:txBody>
      </p:sp>
      <p:sp>
        <p:nvSpPr>
          <p:cNvPr id="26627" name="Rectangle 2">
            <a:extLst>
              <a:ext uri="{FF2B5EF4-FFF2-40B4-BE49-F238E27FC236}">
                <a16:creationId xmlns:a16="http://schemas.microsoft.com/office/drawing/2014/main" id="{BAD7E25C-BE75-4242-85B1-A394A5CF3C37}"/>
              </a:ext>
            </a:extLst>
          </p:cNvPr>
          <p:cNvSpPr>
            <a:spLocks noGrp="1" noRot="1" noChangeAspect="1" noChangeArrowheads="1" noTextEdit="1"/>
          </p:cNvSpPr>
          <p:nvPr>
            <p:ph type="sldImg"/>
          </p:nvPr>
        </p:nvSpPr>
        <p:spPr>
          <a:xfrm>
            <a:off x="468313" y="725488"/>
            <a:ext cx="6380162" cy="3589337"/>
          </a:xfrm>
          <a:noFill/>
          <a:ln w="12700" cap="flat">
            <a:solidFill>
              <a:schemeClr val="tx1"/>
            </a:solidFill>
          </a:ln>
        </p:spPr>
      </p:sp>
      <p:sp>
        <p:nvSpPr>
          <p:cNvPr id="26628" name="Rectangle 3">
            <a:extLst>
              <a:ext uri="{FF2B5EF4-FFF2-40B4-BE49-F238E27FC236}">
                <a16:creationId xmlns:a16="http://schemas.microsoft.com/office/drawing/2014/main" id="{E1DAD9C6-E7CE-45CF-83DB-0CA9367D55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en-US" altLang="en-US">
              <a:latin typeface="Arial" panose="020B0604020202020204" pitchFamily="34" charset="0"/>
            </a:endParaRPr>
          </a:p>
        </p:txBody>
      </p:sp>
    </p:spTree>
    <p:extLst>
      <p:ext uri="{BB962C8B-B14F-4D97-AF65-F5344CB8AC3E}">
        <p14:creationId xmlns:p14="http://schemas.microsoft.com/office/powerpoint/2010/main" val="3637424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6C33B2B1-E868-4C5E-915A-B2B49A0010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D6AF9F4-5CA6-448C-BC64-755B54EC1B66}" type="slidenum">
              <a:rPr lang="en-US" altLang="en-US">
                <a:latin typeface="Tahoma" panose="020B0604030504040204" pitchFamily="34" charset="0"/>
              </a:rPr>
              <a:pPr>
                <a:spcBef>
                  <a:spcPct val="0"/>
                </a:spcBef>
              </a:pPr>
              <a:t>10</a:t>
            </a:fld>
            <a:endParaRPr lang="en-US" altLang="en-US">
              <a:latin typeface="Tahoma" panose="020B0604030504040204" pitchFamily="34" charset="0"/>
            </a:endParaRPr>
          </a:p>
        </p:txBody>
      </p:sp>
      <p:sp>
        <p:nvSpPr>
          <p:cNvPr id="26627" name="Rectangle 2">
            <a:extLst>
              <a:ext uri="{FF2B5EF4-FFF2-40B4-BE49-F238E27FC236}">
                <a16:creationId xmlns:a16="http://schemas.microsoft.com/office/drawing/2014/main" id="{BAD7E25C-BE75-4242-85B1-A394A5CF3C37}"/>
              </a:ext>
            </a:extLst>
          </p:cNvPr>
          <p:cNvSpPr>
            <a:spLocks noGrp="1" noRot="1" noChangeAspect="1" noChangeArrowheads="1" noTextEdit="1"/>
          </p:cNvSpPr>
          <p:nvPr>
            <p:ph type="sldImg"/>
          </p:nvPr>
        </p:nvSpPr>
        <p:spPr>
          <a:xfrm>
            <a:off x="468313" y="725488"/>
            <a:ext cx="6380162" cy="3589337"/>
          </a:xfrm>
          <a:noFill/>
          <a:ln w="12700" cap="flat">
            <a:solidFill>
              <a:schemeClr val="tx1"/>
            </a:solidFill>
          </a:ln>
        </p:spPr>
      </p:sp>
      <p:sp>
        <p:nvSpPr>
          <p:cNvPr id="26628" name="Rectangle 3">
            <a:extLst>
              <a:ext uri="{FF2B5EF4-FFF2-40B4-BE49-F238E27FC236}">
                <a16:creationId xmlns:a16="http://schemas.microsoft.com/office/drawing/2014/main" id="{E1DAD9C6-E7CE-45CF-83DB-0CA9367D55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en-US" altLang="en-US">
              <a:latin typeface="Arial" panose="020B0604020202020204" pitchFamily="34" charset="0"/>
            </a:endParaRPr>
          </a:p>
        </p:txBody>
      </p:sp>
    </p:spTree>
    <p:extLst>
      <p:ext uri="{BB962C8B-B14F-4D97-AF65-F5344CB8AC3E}">
        <p14:creationId xmlns:p14="http://schemas.microsoft.com/office/powerpoint/2010/main" val="26514267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6C33B2B1-E868-4C5E-915A-B2B49A0010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D6AF9F4-5CA6-448C-BC64-755B54EC1B66}" type="slidenum">
              <a:rPr lang="en-US" altLang="en-US">
                <a:latin typeface="Tahoma" panose="020B0604030504040204" pitchFamily="34" charset="0"/>
              </a:rPr>
              <a:pPr>
                <a:spcBef>
                  <a:spcPct val="0"/>
                </a:spcBef>
              </a:pPr>
              <a:t>11</a:t>
            </a:fld>
            <a:endParaRPr lang="en-US" altLang="en-US">
              <a:latin typeface="Tahoma" panose="020B0604030504040204" pitchFamily="34" charset="0"/>
            </a:endParaRPr>
          </a:p>
        </p:txBody>
      </p:sp>
      <p:sp>
        <p:nvSpPr>
          <p:cNvPr id="26627" name="Rectangle 2">
            <a:extLst>
              <a:ext uri="{FF2B5EF4-FFF2-40B4-BE49-F238E27FC236}">
                <a16:creationId xmlns:a16="http://schemas.microsoft.com/office/drawing/2014/main" id="{BAD7E25C-BE75-4242-85B1-A394A5CF3C37}"/>
              </a:ext>
            </a:extLst>
          </p:cNvPr>
          <p:cNvSpPr>
            <a:spLocks noGrp="1" noRot="1" noChangeAspect="1" noChangeArrowheads="1" noTextEdit="1"/>
          </p:cNvSpPr>
          <p:nvPr>
            <p:ph type="sldImg"/>
          </p:nvPr>
        </p:nvSpPr>
        <p:spPr>
          <a:xfrm>
            <a:off x="468313" y="725488"/>
            <a:ext cx="6380162" cy="3589337"/>
          </a:xfrm>
          <a:noFill/>
          <a:ln w="12700" cap="flat">
            <a:solidFill>
              <a:schemeClr val="tx1"/>
            </a:solidFill>
          </a:ln>
        </p:spPr>
      </p:sp>
      <p:sp>
        <p:nvSpPr>
          <p:cNvPr id="26628" name="Rectangle 3">
            <a:extLst>
              <a:ext uri="{FF2B5EF4-FFF2-40B4-BE49-F238E27FC236}">
                <a16:creationId xmlns:a16="http://schemas.microsoft.com/office/drawing/2014/main" id="{E1DAD9C6-E7CE-45CF-83DB-0CA9367D55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en-US" altLang="en-US">
              <a:latin typeface="Arial" panose="020B0604020202020204" pitchFamily="34" charset="0"/>
            </a:endParaRPr>
          </a:p>
        </p:txBody>
      </p:sp>
    </p:spTree>
    <p:extLst>
      <p:ext uri="{BB962C8B-B14F-4D97-AF65-F5344CB8AC3E}">
        <p14:creationId xmlns:p14="http://schemas.microsoft.com/office/powerpoint/2010/main" val="5017969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6C33B2B1-E868-4C5E-915A-B2B49A0010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D6AF9F4-5CA6-448C-BC64-755B54EC1B66}" type="slidenum">
              <a:rPr lang="en-US" altLang="en-US">
                <a:latin typeface="Tahoma" panose="020B0604030504040204" pitchFamily="34" charset="0"/>
              </a:rPr>
              <a:pPr>
                <a:spcBef>
                  <a:spcPct val="0"/>
                </a:spcBef>
              </a:pPr>
              <a:t>14</a:t>
            </a:fld>
            <a:endParaRPr lang="en-US" altLang="en-US">
              <a:latin typeface="Tahoma" panose="020B0604030504040204" pitchFamily="34" charset="0"/>
            </a:endParaRPr>
          </a:p>
        </p:txBody>
      </p:sp>
      <p:sp>
        <p:nvSpPr>
          <p:cNvPr id="26627" name="Rectangle 2">
            <a:extLst>
              <a:ext uri="{FF2B5EF4-FFF2-40B4-BE49-F238E27FC236}">
                <a16:creationId xmlns:a16="http://schemas.microsoft.com/office/drawing/2014/main" id="{BAD7E25C-BE75-4242-85B1-A394A5CF3C37}"/>
              </a:ext>
            </a:extLst>
          </p:cNvPr>
          <p:cNvSpPr>
            <a:spLocks noGrp="1" noRot="1" noChangeAspect="1" noChangeArrowheads="1" noTextEdit="1"/>
          </p:cNvSpPr>
          <p:nvPr>
            <p:ph type="sldImg"/>
          </p:nvPr>
        </p:nvSpPr>
        <p:spPr>
          <a:xfrm>
            <a:off x="468313" y="725488"/>
            <a:ext cx="6380162" cy="3589337"/>
          </a:xfrm>
          <a:noFill/>
          <a:ln w="12700" cap="flat">
            <a:solidFill>
              <a:schemeClr val="tx1"/>
            </a:solidFill>
          </a:ln>
        </p:spPr>
      </p:sp>
      <p:sp>
        <p:nvSpPr>
          <p:cNvPr id="26628" name="Rectangle 3">
            <a:extLst>
              <a:ext uri="{FF2B5EF4-FFF2-40B4-BE49-F238E27FC236}">
                <a16:creationId xmlns:a16="http://schemas.microsoft.com/office/drawing/2014/main" id="{E1DAD9C6-E7CE-45CF-83DB-0CA9367D55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en-US" altLang="en-US">
              <a:latin typeface="Arial" panose="020B0604020202020204" pitchFamily="34" charset="0"/>
            </a:endParaRPr>
          </a:p>
        </p:txBody>
      </p:sp>
    </p:spTree>
    <p:extLst>
      <p:ext uri="{BB962C8B-B14F-4D97-AF65-F5344CB8AC3E}">
        <p14:creationId xmlns:p14="http://schemas.microsoft.com/office/powerpoint/2010/main" val="6380646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6C33B2B1-E868-4C5E-915A-B2B49A0010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D6AF9F4-5CA6-448C-BC64-755B54EC1B66}" type="slidenum">
              <a:rPr lang="en-US" altLang="en-US">
                <a:latin typeface="Tahoma" panose="020B0604030504040204" pitchFamily="34" charset="0"/>
              </a:rPr>
              <a:pPr>
                <a:spcBef>
                  <a:spcPct val="0"/>
                </a:spcBef>
              </a:pPr>
              <a:t>15</a:t>
            </a:fld>
            <a:endParaRPr lang="en-US" altLang="en-US">
              <a:latin typeface="Tahoma" panose="020B0604030504040204" pitchFamily="34" charset="0"/>
            </a:endParaRPr>
          </a:p>
        </p:txBody>
      </p:sp>
      <p:sp>
        <p:nvSpPr>
          <p:cNvPr id="26627" name="Rectangle 2">
            <a:extLst>
              <a:ext uri="{FF2B5EF4-FFF2-40B4-BE49-F238E27FC236}">
                <a16:creationId xmlns:a16="http://schemas.microsoft.com/office/drawing/2014/main" id="{BAD7E25C-BE75-4242-85B1-A394A5CF3C37}"/>
              </a:ext>
            </a:extLst>
          </p:cNvPr>
          <p:cNvSpPr>
            <a:spLocks noGrp="1" noRot="1" noChangeAspect="1" noChangeArrowheads="1" noTextEdit="1"/>
          </p:cNvSpPr>
          <p:nvPr>
            <p:ph type="sldImg"/>
          </p:nvPr>
        </p:nvSpPr>
        <p:spPr>
          <a:xfrm>
            <a:off x="468313" y="725488"/>
            <a:ext cx="6380162" cy="3589337"/>
          </a:xfrm>
          <a:noFill/>
          <a:ln w="12700" cap="flat">
            <a:solidFill>
              <a:schemeClr val="tx1"/>
            </a:solidFill>
          </a:ln>
        </p:spPr>
      </p:sp>
      <p:sp>
        <p:nvSpPr>
          <p:cNvPr id="26628" name="Rectangle 3">
            <a:extLst>
              <a:ext uri="{FF2B5EF4-FFF2-40B4-BE49-F238E27FC236}">
                <a16:creationId xmlns:a16="http://schemas.microsoft.com/office/drawing/2014/main" id="{E1DAD9C6-E7CE-45CF-83DB-0CA9367D55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en-US" altLang="en-US">
              <a:latin typeface="Arial" panose="020B0604020202020204" pitchFamily="34" charset="0"/>
            </a:endParaRPr>
          </a:p>
        </p:txBody>
      </p:sp>
    </p:spTree>
    <p:extLst>
      <p:ext uri="{BB962C8B-B14F-4D97-AF65-F5344CB8AC3E}">
        <p14:creationId xmlns:p14="http://schemas.microsoft.com/office/powerpoint/2010/main" val="3694137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6C33B2B1-E868-4C5E-915A-B2B49A0010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D6AF9F4-5CA6-448C-BC64-755B54EC1B66}" type="slidenum">
              <a:rPr lang="en-US" altLang="en-US">
                <a:latin typeface="Tahoma" panose="020B0604030504040204" pitchFamily="34" charset="0"/>
              </a:rPr>
              <a:pPr>
                <a:spcBef>
                  <a:spcPct val="0"/>
                </a:spcBef>
              </a:pPr>
              <a:t>16</a:t>
            </a:fld>
            <a:endParaRPr lang="en-US" altLang="en-US">
              <a:latin typeface="Tahoma" panose="020B0604030504040204" pitchFamily="34" charset="0"/>
            </a:endParaRPr>
          </a:p>
        </p:txBody>
      </p:sp>
      <p:sp>
        <p:nvSpPr>
          <p:cNvPr id="26627" name="Rectangle 2">
            <a:extLst>
              <a:ext uri="{FF2B5EF4-FFF2-40B4-BE49-F238E27FC236}">
                <a16:creationId xmlns:a16="http://schemas.microsoft.com/office/drawing/2014/main" id="{BAD7E25C-BE75-4242-85B1-A394A5CF3C37}"/>
              </a:ext>
            </a:extLst>
          </p:cNvPr>
          <p:cNvSpPr>
            <a:spLocks noGrp="1" noRot="1" noChangeAspect="1" noChangeArrowheads="1" noTextEdit="1"/>
          </p:cNvSpPr>
          <p:nvPr>
            <p:ph type="sldImg"/>
          </p:nvPr>
        </p:nvSpPr>
        <p:spPr>
          <a:xfrm>
            <a:off x="468313" y="725488"/>
            <a:ext cx="6380162" cy="3589337"/>
          </a:xfrm>
          <a:noFill/>
          <a:ln w="12700" cap="flat">
            <a:solidFill>
              <a:schemeClr val="tx1"/>
            </a:solidFill>
          </a:ln>
        </p:spPr>
      </p:sp>
      <p:sp>
        <p:nvSpPr>
          <p:cNvPr id="26628" name="Rectangle 3">
            <a:extLst>
              <a:ext uri="{FF2B5EF4-FFF2-40B4-BE49-F238E27FC236}">
                <a16:creationId xmlns:a16="http://schemas.microsoft.com/office/drawing/2014/main" id="{E1DAD9C6-E7CE-45CF-83DB-0CA9367D55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en-US" altLang="en-US">
              <a:latin typeface="Arial" panose="020B0604020202020204" pitchFamily="34" charset="0"/>
            </a:endParaRPr>
          </a:p>
        </p:txBody>
      </p:sp>
    </p:spTree>
    <p:extLst>
      <p:ext uri="{BB962C8B-B14F-4D97-AF65-F5344CB8AC3E}">
        <p14:creationId xmlns:p14="http://schemas.microsoft.com/office/powerpoint/2010/main" val="3265871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6C33B2B1-E868-4C5E-915A-B2B49A0010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D6AF9F4-5CA6-448C-BC64-755B54EC1B66}" type="slidenum">
              <a:rPr lang="en-US" altLang="en-US">
                <a:latin typeface="Tahoma" panose="020B0604030504040204" pitchFamily="34" charset="0"/>
              </a:rPr>
              <a:pPr>
                <a:spcBef>
                  <a:spcPct val="0"/>
                </a:spcBef>
              </a:pPr>
              <a:t>17</a:t>
            </a:fld>
            <a:endParaRPr lang="en-US" altLang="en-US">
              <a:latin typeface="Tahoma" panose="020B0604030504040204" pitchFamily="34" charset="0"/>
            </a:endParaRPr>
          </a:p>
        </p:txBody>
      </p:sp>
      <p:sp>
        <p:nvSpPr>
          <p:cNvPr id="26627" name="Rectangle 2">
            <a:extLst>
              <a:ext uri="{FF2B5EF4-FFF2-40B4-BE49-F238E27FC236}">
                <a16:creationId xmlns:a16="http://schemas.microsoft.com/office/drawing/2014/main" id="{BAD7E25C-BE75-4242-85B1-A394A5CF3C37}"/>
              </a:ext>
            </a:extLst>
          </p:cNvPr>
          <p:cNvSpPr>
            <a:spLocks noGrp="1" noRot="1" noChangeAspect="1" noChangeArrowheads="1" noTextEdit="1"/>
          </p:cNvSpPr>
          <p:nvPr>
            <p:ph type="sldImg"/>
          </p:nvPr>
        </p:nvSpPr>
        <p:spPr>
          <a:xfrm>
            <a:off x="468313" y="725488"/>
            <a:ext cx="6380162" cy="3589337"/>
          </a:xfrm>
          <a:noFill/>
          <a:ln w="12700" cap="flat">
            <a:solidFill>
              <a:schemeClr val="tx1"/>
            </a:solidFill>
          </a:ln>
        </p:spPr>
      </p:sp>
      <p:sp>
        <p:nvSpPr>
          <p:cNvPr id="26628" name="Rectangle 3">
            <a:extLst>
              <a:ext uri="{FF2B5EF4-FFF2-40B4-BE49-F238E27FC236}">
                <a16:creationId xmlns:a16="http://schemas.microsoft.com/office/drawing/2014/main" id="{E1DAD9C6-E7CE-45CF-83DB-0CA9367D55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en-US" altLang="en-US">
              <a:latin typeface="Arial" panose="020B0604020202020204" pitchFamily="34" charset="0"/>
            </a:endParaRPr>
          </a:p>
        </p:txBody>
      </p:sp>
    </p:spTree>
    <p:extLst>
      <p:ext uri="{BB962C8B-B14F-4D97-AF65-F5344CB8AC3E}">
        <p14:creationId xmlns:p14="http://schemas.microsoft.com/office/powerpoint/2010/main" val="22373736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6C33B2B1-E868-4C5E-915A-B2B49A0010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a:spcBef>
                <a:spcPct val="0"/>
              </a:spcBef>
            </a:pPr>
            <a:fld id="{2D6AF9F4-5CA6-448C-BC64-755B54EC1B66}" type="slidenum">
              <a:rPr lang="en-US" altLang="en-US">
                <a:latin typeface="Tahoma" panose="020B0604030504040204" pitchFamily="34" charset="0"/>
              </a:rPr>
              <a:pPr>
                <a:spcBef>
                  <a:spcPct val="0"/>
                </a:spcBef>
              </a:pPr>
              <a:t>18</a:t>
            </a:fld>
            <a:endParaRPr lang="en-US" altLang="en-US">
              <a:latin typeface="Tahoma" panose="020B0604030504040204" pitchFamily="34" charset="0"/>
            </a:endParaRPr>
          </a:p>
        </p:txBody>
      </p:sp>
      <p:sp>
        <p:nvSpPr>
          <p:cNvPr id="26627" name="Rectangle 2">
            <a:extLst>
              <a:ext uri="{FF2B5EF4-FFF2-40B4-BE49-F238E27FC236}">
                <a16:creationId xmlns:a16="http://schemas.microsoft.com/office/drawing/2014/main" id="{BAD7E25C-BE75-4242-85B1-A394A5CF3C37}"/>
              </a:ext>
            </a:extLst>
          </p:cNvPr>
          <p:cNvSpPr>
            <a:spLocks noGrp="1" noRot="1" noChangeAspect="1" noChangeArrowheads="1" noTextEdit="1"/>
          </p:cNvSpPr>
          <p:nvPr>
            <p:ph type="sldImg"/>
          </p:nvPr>
        </p:nvSpPr>
        <p:spPr>
          <a:xfrm>
            <a:off x="468313" y="725488"/>
            <a:ext cx="6380162" cy="3589337"/>
          </a:xfrm>
          <a:noFill/>
          <a:ln w="12700" cap="flat">
            <a:solidFill>
              <a:schemeClr val="tx1"/>
            </a:solidFill>
          </a:ln>
        </p:spPr>
      </p:sp>
      <p:sp>
        <p:nvSpPr>
          <p:cNvPr id="26628" name="Rectangle 3">
            <a:extLst>
              <a:ext uri="{FF2B5EF4-FFF2-40B4-BE49-F238E27FC236}">
                <a16:creationId xmlns:a16="http://schemas.microsoft.com/office/drawing/2014/main" id="{E1DAD9C6-E7CE-45CF-83DB-0CA9367D55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en-US" altLang="en-US">
              <a:latin typeface="Arial" panose="020B0604020202020204" pitchFamily="34" charset="0"/>
            </a:endParaRPr>
          </a:p>
        </p:txBody>
      </p:sp>
    </p:spTree>
    <p:extLst>
      <p:ext uri="{BB962C8B-B14F-4D97-AF65-F5344CB8AC3E}">
        <p14:creationId xmlns:p14="http://schemas.microsoft.com/office/powerpoint/2010/main" val="7843102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BC28F05-527B-4391-892C-0D7FA4B816AF}" type="slidenum">
              <a:rPr lang="en-US" smtClean="0"/>
              <a:pPr/>
              <a:t>21</a:t>
            </a:fld>
            <a:endParaRPr lang="en-US"/>
          </a:p>
        </p:txBody>
      </p:sp>
    </p:spTree>
    <p:extLst>
      <p:ext uri="{BB962C8B-B14F-4D97-AF65-F5344CB8AC3E}">
        <p14:creationId xmlns:p14="http://schemas.microsoft.com/office/powerpoint/2010/main" val="39697989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BC28F05-527B-4391-892C-0D7FA4B816AF}" type="slidenum">
              <a:rPr lang="en-US" smtClean="0"/>
              <a:pPr/>
              <a:t>22</a:t>
            </a:fld>
            <a:endParaRPr lang="en-US"/>
          </a:p>
        </p:txBody>
      </p:sp>
    </p:spTree>
    <p:extLst>
      <p:ext uri="{BB962C8B-B14F-4D97-AF65-F5344CB8AC3E}">
        <p14:creationId xmlns:p14="http://schemas.microsoft.com/office/powerpoint/2010/main" val="34806487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BC28F05-527B-4391-892C-0D7FA4B816AF}" type="slidenum">
              <a:rPr lang="en-US" smtClean="0"/>
              <a:pPr/>
              <a:t>23</a:t>
            </a:fld>
            <a:endParaRPr lang="en-US"/>
          </a:p>
        </p:txBody>
      </p:sp>
    </p:spTree>
    <p:extLst>
      <p:ext uri="{BB962C8B-B14F-4D97-AF65-F5344CB8AC3E}">
        <p14:creationId xmlns:p14="http://schemas.microsoft.com/office/powerpoint/2010/main" val="8009509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BC28F05-527B-4391-892C-0D7FA4B816AF}" type="slidenum">
              <a:rPr lang="en-US" smtClean="0"/>
              <a:pPr/>
              <a:t>24</a:t>
            </a:fld>
            <a:endParaRPr lang="en-US"/>
          </a:p>
        </p:txBody>
      </p:sp>
    </p:spTree>
    <p:extLst>
      <p:ext uri="{BB962C8B-B14F-4D97-AF65-F5344CB8AC3E}">
        <p14:creationId xmlns:p14="http://schemas.microsoft.com/office/powerpoint/2010/main" val="21803128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BC28F05-527B-4391-892C-0D7FA4B816AF}" type="slidenum">
              <a:rPr lang="en-US" smtClean="0"/>
              <a:pPr/>
              <a:t>25</a:t>
            </a:fld>
            <a:endParaRPr lang="en-US"/>
          </a:p>
        </p:txBody>
      </p:sp>
    </p:spTree>
    <p:extLst>
      <p:ext uri="{BB962C8B-B14F-4D97-AF65-F5344CB8AC3E}">
        <p14:creationId xmlns:p14="http://schemas.microsoft.com/office/powerpoint/2010/main" val="41218127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BC28F05-527B-4391-892C-0D7FA4B816AF}" type="slidenum">
              <a:rPr lang="en-US" smtClean="0"/>
              <a:pPr/>
              <a:t>26</a:t>
            </a:fld>
            <a:endParaRPr lang="en-US"/>
          </a:p>
        </p:txBody>
      </p:sp>
    </p:spTree>
    <p:extLst>
      <p:ext uri="{BB962C8B-B14F-4D97-AF65-F5344CB8AC3E}">
        <p14:creationId xmlns:p14="http://schemas.microsoft.com/office/powerpoint/2010/main" val="4281439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BC28F05-527B-4391-892C-0D7FA4B816AF}" type="slidenum">
              <a:rPr lang="en-US" smtClean="0"/>
              <a:pPr/>
              <a:t>27</a:t>
            </a:fld>
            <a:endParaRPr lang="en-US"/>
          </a:p>
        </p:txBody>
      </p:sp>
    </p:spTree>
    <p:extLst>
      <p:ext uri="{BB962C8B-B14F-4D97-AF65-F5344CB8AC3E}">
        <p14:creationId xmlns:p14="http://schemas.microsoft.com/office/powerpoint/2010/main" val="14822609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BC28F05-527B-4391-892C-0D7FA4B816AF}" type="slidenum">
              <a:rPr lang="en-US" smtClean="0"/>
              <a:pPr/>
              <a:t>28</a:t>
            </a:fld>
            <a:endParaRPr lang="en-US"/>
          </a:p>
        </p:txBody>
      </p:sp>
    </p:spTree>
    <p:extLst>
      <p:ext uri="{BB962C8B-B14F-4D97-AF65-F5344CB8AC3E}">
        <p14:creationId xmlns:p14="http://schemas.microsoft.com/office/powerpoint/2010/main" val="3277123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BC28F05-527B-4391-892C-0D7FA4B816AF}" type="slidenum">
              <a:rPr lang="en-US" smtClean="0"/>
              <a:pPr/>
              <a:t>29</a:t>
            </a:fld>
            <a:endParaRPr lang="en-US"/>
          </a:p>
        </p:txBody>
      </p:sp>
    </p:spTree>
    <p:extLst>
      <p:ext uri="{BB962C8B-B14F-4D97-AF65-F5344CB8AC3E}">
        <p14:creationId xmlns:p14="http://schemas.microsoft.com/office/powerpoint/2010/main" val="26928671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BC28F05-527B-4391-892C-0D7FA4B816AF}" type="slidenum">
              <a:rPr lang="en-US" smtClean="0"/>
              <a:pPr/>
              <a:t>31</a:t>
            </a:fld>
            <a:endParaRPr lang="en-US"/>
          </a:p>
        </p:txBody>
      </p:sp>
    </p:spTree>
    <p:extLst>
      <p:ext uri="{BB962C8B-B14F-4D97-AF65-F5344CB8AC3E}">
        <p14:creationId xmlns:p14="http://schemas.microsoft.com/office/powerpoint/2010/main" val="1055093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BC28F05-527B-4391-892C-0D7FA4B816AF}" type="slidenum">
              <a:rPr lang="en-US" smtClean="0"/>
              <a:pPr/>
              <a:t>32</a:t>
            </a:fld>
            <a:endParaRPr lang="en-US"/>
          </a:p>
        </p:txBody>
      </p:sp>
    </p:spTree>
    <p:extLst>
      <p:ext uri="{BB962C8B-B14F-4D97-AF65-F5344CB8AC3E}">
        <p14:creationId xmlns:p14="http://schemas.microsoft.com/office/powerpoint/2010/main" val="39109720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BC28F05-527B-4391-892C-0D7FA4B816AF}" type="slidenum">
              <a:rPr lang="en-US" smtClean="0"/>
              <a:pPr/>
              <a:t>33</a:t>
            </a:fld>
            <a:endParaRPr lang="en-US"/>
          </a:p>
        </p:txBody>
      </p:sp>
    </p:spTree>
    <p:extLst>
      <p:ext uri="{BB962C8B-B14F-4D97-AF65-F5344CB8AC3E}">
        <p14:creationId xmlns:p14="http://schemas.microsoft.com/office/powerpoint/2010/main" val="17774766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BC28F05-527B-4391-892C-0D7FA4B816AF}" type="slidenum">
              <a:rPr lang="en-US" smtClean="0"/>
              <a:pPr/>
              <a:t>34</a:t>
            </a:fld>
            <a:endParaRPr lang="en-US"/>
          </a:p>
        </p:txBody>
      </p:sp>
    </p:spTree>
    <p:extLst>
      <p:ext uri="{BB962C8B-B14F-4D97-AF65-F5344CB8AC3E}">
        <p14:creationId xmlns:p14="http://schemas.microsoft.com/office/powerpoint/2010/main" val="5714367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BC28F05-527B-4391-892C-0D7FA4B816AF}" type="slidenum">
              <a:rPr lang="en-US" smtClean="0"/>
              <a:pPr/>
              <a:t>35</a:t>
            </a:fld>
            <a:endParaRPr lang="en-US"/>
          </a:p>
        </p:txBody>
      </p:sp>
    </p:spTree>
    <p:extLst>
      <p:ext uri="{BB962C8B-B14F-4D97-AF65-F5344CB8AC3E}">
        <p14:creationId xmlns:p14="http://schemas.microsoft.com/office/powerpoint/2010/main" val="2561938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0DCD3-DF63-937E-EA4B-D507354B4D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6AAF59F-7D0B-CE89-FB72-00B672F274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E2886E7-7DDF-3F89-57A9-647BB810E44F}"/>
              </a:ext>
            </a:extLst>
          </p:cNvPr>
          <p:cNvSpPr>
            <a:spLocks noGrp="1"/>
          </p:cNvSpPr>
          <p:nvPr>
            <p:ph type="dt" sz="half" idx="10"/>
          </p:nvPr>
        </p:nvSpPr>
        <p:spPr/>
        <p:txBody>
          <a:bodyPr/>
          <a:lstStyle/>
          <a:p>
            <a:fld id="{DD2465DD-9819-4ABC-A784-477AFBA19C86}" type="datetime1">
              <a:rPr lang="en-US" smtClean="0"/>
              <a:t>10/10/2023</a:t>
            </a:fld>
            <a:endParaRPr lang="en-US" dirty="0"/>
          </a:p>
        </p:txBody>
      </p:sp>
      <p:sp>
        <p:nvSpPr>
          <p:cNvPr id="5" name="Footer Placeholder 4">
            <a:extLst>
              <a:ext uri="{FF2B5EF4-FFF2-40B4-BE49-F238E27FC236}">
                <a16:creationId xmlns:a16="http://schemas.microsoft.com/office/drawing/2014/main" id="{921B7948-938A-AECC-EDDD-08112143C456}"/>
              </a:ext>
            </a:extLst>
          </p:cNvPr>
          <p:cNvSpPr>
            <a:spLocks noGrp="1"/>
          </p:cNvSpPr>
          <p:nvPr>
            <p:ph type="ftr" sz="quarter" idx="11"/>
          </p:nvPr>
        </p:nvSpPr>
        <p:spPr/>
        <p:txBody>
          <a:bodyPr/>
          <a:lstStyle/>
          <a:p>
            <a:r>
              <a:rPr lang="en-US"/>
              <a:t>Add a footer</a:t>
            </a:r>
            <a:endParaRPr lang="en-US" dirty="0"/>
          </a:p>
        </p:txBody>
      </p:sp>
      <p:sp>
        <p:nvSpPr>
          <p:cNvPr id="6" name="Slide Number Placeholder 5">
            <a:extLst>
              <a:ext uri="{FF2B5EF4-FFF2-40B4-BE49-F238E27FC236}">
                <a16:creationId xmlns:a16="http://schemas.microsoft.com/office/drawing/2014/main" id="{5C5E1E5B-942A-8561-5D69-375A836A8E7D}"/>
              </a:ext>
            </a:extLst>
          </p:cNvPr>
          <p:cNvSpPr>
            <a:spLocks noGrp="1"/>
          </p:cNvSpPr>
          <p:nvPr>
            <p:ph type="sldNum" sz="quarter" idx="12"/>
          </p:nvPr>
        </p:nvSpPr>
        <p:spPr/>
        <p:txBody>
          <a:body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623484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6A4D6-44F4-104B-D3D0-F35115A97D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EF7F71D-7FD8-BB82-E44C-A5FBA7DD1E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40FCAFF-8C2E-67F0-7A84-44460B06DD44}"/>
              </a:ext>
            </a:extLst>
          </p:cNvPr>
          <p:cNvSpPr>
            <a:spLocks noGrp="1"/>
          </p:cNvSpPr>
          <p:nvPr>
            <p:ph type="dt" sz="half" idx="10"/>
          </p:nvPr>
        </p:nvSpPr>
        <p:spPr/>
        <p:txBody>
          <a:bodyPr/>
          <a:lstStyle/>
          <a:p>
            <a:fld id="{9729644A-97F2-4BC4-BBF7-FC141F507563}" type="datetime1">
              <a:rPr lang="en-US" smtClean="0"/>
              <a:t>10/10/2023</a:t>
            </a:fld>
            <a:endParaRPr lang="en-US" dirty="0"/>
          </a:p>
        </p:txBody>
      </p:sp>
      <p:sp>
        <p:nvSpPr>
          <p:cNvPr id="5" name="Footer Placeholder 4">
            <a:extLst>
              <a:ext uri="{FF2B5EF4-FFF2-40B4-BE49-F238E27FC236}">
                <a16:creationId xmlns:a16="http://schemas.microsoft.com/office/drawing/2014/main" id="{5D721206-D8BB-7150-AF67-03BC03E68A0F}"/>
              </a:ext>
            </a:extLst>
          </p:cNvPr>
          <p:cNvSpPr>
            <a:spLocks noGrp="1"/>
          </p:cNvSpPr>
          <p:nvPr>
            <p:ph type="ftr" sz="quarter" idx="11"/>
          </p:nvPr>
        </p:nvSpPr>
        <p:spPr/>
        <p:txBody>
          <a:bodyPr/>
          <a:lstStyle/>
          <a:p>
            <a:r>
              <a:rPr lang="en-US"/>
              <a:t>Add a footer</a:t>
            </a:r>
            <a:endParaRPr lang="en-US" dirty="0"/>
          </a:p>
        </p:txBody>
      </p:sp>
      <p:sp>
        <p:nvSpPr>
          <p:cNvPr id="6" name="Slide Number Placeholder 5">
            <a:extLst>
              <a:ext uri="{FF2B5EF4-FFF2-40B4-BE49-F238E27FC236}">
                <a16:creationId xmlns:a16="http://schemas.microsoft.com/office/drawing/2014/main" id="{512535DD-5DDA-D3C2-0D7F-C873516271D0}"/>
              </a:ext>
            </a:extLst>
          </p:cNvPr>
          <p:cNvSpPr>
            <a:spLocks noGrp="1"/>
          </p:cNvSpPr>
          <p:nvPr>
            <p:ph type="sldNum" sz="quarter" idx="12"/>
          </p:nvPr>
        </p:nvSpPr>
        <p:spPr/>
        <p:txBody>
          <a:body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383569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D030F-D41F-783C-E55B-C1FE0D2390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5ECB64A-021B-B816-7EC6-4A3C54FD0A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9490E4-7DA7-A2B7-0A0F-F91D8876FF95}"/>
              </a:ext>
            </a:extLst>
          </p:cNvPr>
          <p:cNvSpPr>
            <a:spLocks noGrp="1"/>
          </p:cNvSpPr>
          <p:nvPr>
            <p:ph type="dt" sz="half" idx="10"/>
          </p:nvPr>
        </p:nvSpPr>
        <p:spPr/>
        <p:txBody>
          <a:bodyPr/>
          <a:lstStyle/>
          <a:p>
            <a:fld id="{255B7425-AD81-4059-978F-1EC042D15433}" type="datetimeFigureOut">
              <a:rPr lang="en-GB" smtClean="0"/>
              <a:t>10/10/2023</a:t>
            </a:fld>
            <a:endParaRPr lang="en-GB"/>
          </a:p>
        </p:txBody>
      </p:sp>
      <p:sp>
        <p:nvSpPr>
          <p:cNvPr id="5" name="Footer Placeholder 4">
            <a:extLst>
              <a:ext uri="{FF2B5EF4-FFF2-40B4-BE49-F238E27FC236}">
                <a16:creationId xmlns:a16="http://schemas.microsoft.com/office/drawing/2014/main" id="{3F3B8A62-C4FC-0DA6-04E3-8549BC8AE07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13867B-7F84-AAB9-82EB-737A879C8B01}"/>
              </a:ext>
            </a:extLst>
          </p:cNvPr>
          <p:cNvSpPr>
            <a:spLocks noGrp="1"/>
          </p:cNvSpPr>
          <p:nvPr>
            <p:ph type="sldNum" sz="quarter" idx="12"/>
          </p:nvPr>
        </p:nvSpPr>
        <p:spPr/>
        <p:txBody>
          <a:bodyPr/>
          <a:lstStyle/>
          <a:p>
            <a:fld id="{9110D60A-F994-4842-B879-FAA64A3F39F9}" type="slidenum">
              <a:rPr lang="en-GB" smtClean="0"/>
              <a:t>‹#›</a:t>
            </a:fld>
            <a:endParaRPr lang="en-GB"/>
          </a:p>
        </p:txBody>
      </p:sp>
    </p:spTree>
    <p:extLst>
      <p:ext uri="{BB962C8B-B14F-4D97-AF65-F5344CB8AC3E}">
        <p14:creationId xmlns:p14="http://schemas.microsoft.com/office/powerpoint/2010/main" val="2309684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4FE63-C8CC-D2EE-661D-F91EA0EF86A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A0FA7EE-3B4A-CC4D-EB07-86D6CF4F05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3DFCAEB-EFE5-3CE5-75ED-2704CD3C21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D37C71B-4348-EAC0-09A7-3174010265FB}"/>
              </a:ext>
            </a:extLst>
          </p:cNvPr>
          <p:cNvSpPr>
            <a:spLocks noGrp="1"/>
          </p:cNvSpPr>
          <p:nvPr>
            <p:ph type="dt" sz="half" idx="10"/>
          </p:nvPr>
        </p:nvSpPr>
        <p:spPr/>
        <p:txBody>
          <a:bodyPr/>
          <a:lstStyle/>
          <a:p>
            <a:fld id="{72104EB7-77EC-481E-BDC6-73CA182AC952}" type="datetime1">
              <a:rPr lang="en-US" smtClean="0"/>
              <a:t>10/10/2023</a:t>
            </a:fld>
            <a:endParaRPr lang="en-US" dirty="0"/>
          </a:p>
        </p:txBody>
      </p:sp>
      <p:sp>
        <p:nvSpPr>
          <p:cNvPr id="6" name="Footer Placeholder 5">
            <a:extLst>
              <a:ext uri="{FF2B5EF4-FFF2-40B4-BE49-F238E27FC236}">
                <a16:creationId xmlns:a16="http://schemas.microsoft.com/office/drawing/2014/main" id="{678F1A6D-558D-E8F2-9320-3BCB3F5A44B9}"/>
              </a:ext>
            </a:extLst>
          </p:cNvPr>
          <p:cNvSpPr>
            <a:spLocks noGrp="1"/>
          </p:cNvSpPr>
          <p:nvPr>
            <p:ph type="ftr" sz="quarter" idx="11"/>
          </p:nvPr>
        </p:nvSpPr>
        <p:spPr/>
        <p:txBody>
          <a:bodyPr/>
          <a:lstStyle/>
          <a:p>
            <a:r>
              <a:rPr lang="en-US"/>
              <a:t>Add a footer</a:t>
            </a:r>
            <a:endParaRPr lang="en-US" dirty="0"/>
          </a:p>
        </p:txBody>
      </p:sp>
      <p:sp>
        <p:nvSpPr>
          <p:cNvPr id="7" name="Slide Number Placeholder 6">
            <a:extLst>
              <a:ext uri="{FF2B5EF4-FFF2-40B4-BE49-F238E27FC236}">
                <a16:creationId xmlns:a16="http://schemas.microsoft.com/office/drawing/2014/main" id="{815E206B-7B07-3055-4DF0-07F44C61C73E}"/>
              </a:ext>
            </a:extLst>
          </p:cNvPr>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726466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309C1-5D51-4CB0-F0D0-5C9535B2C22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D10CC5D-2D3F-375C-32DC-6CFAFDD3E6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6E0FD9-8291-BDF5-400E-3B89A2BDE7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C06926F-089F-E3CD-DA5A-64E6AE3542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BFCF3F-A2E1-04AE-816B-E61F96D357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2E7964B-4501-E1B3-BB5F-366A427E0A83}"/>
              </a:ext>
            </a:extLst>
          </p:cNvPr>
          <p:cNvSpPr>
            <a:spLocks noGrp="1"/>
          </p:cNvSpPr>
          <p:nvPr>
            <p:ph type="dt" sz="half" idx="10"/>
          </p:nvPr>
        </p:nvSpPr>
        <p:spPr/>
        <p:txBody>
          <a:bodyPr/>
          <a:lstStyle/>
          <a:p>
            <a:fld id="{A0016069-A392-4E44-934F-6743D63E2A4F}" type="datetime1">
              <a:rPr lang="en-US" smtClean="0"/>
              <a:t>10/10/2023</a:t>
            </a:fld>
            <a:endParaRPr lang="en-US" dirty="0"/>
          </a:p>
        </p:txBody>
      </p:sp>
      <p:sp>
        <p:nvSpPr>
          <p:cNvPr id="8" name="Footer Placeholder 7">
            <a:extLst>
              <a:ext uri="{FF2B5EF4-FFF2-40B4-BE49-F238E27FC236}">
                <a16:creationId xmlns:a16="http://schemas.microsoft.com/office/drawing/2014/main" id="{DEBC25D4-8120-E0D2-DD4C-F6649986295A}"/>
              </a:ext>
            </a:extLst>
          </p:cNvPr>
          <p:cNvSpPr>
            <a:spLocks noGrp="1"/>
          </p:cNvSpPr>
          <p:nvPr>
            <p:ph type="ftr" sz="quarter" idx="11"/>
          </p:nvPr>
        </p:nvSpPr>
        <p:spPr/>
        <p:txBody>
          <a:bodyPr/>
          <a:lstStyle/>
          <a:p>
            <a:r>
              <a:rPr lang="en-US"/>
              <a:t>Add a footer</a:t>
            </a:r>
            <a:endParaRPr lang="en-US" dirty="0"/>
          </a:p>
        </p:txBody>
      </p:sp>
      <p:sp>
        <p:nvSpPr>
          <p:cNvPr id="9" name="Slide Number Placeholder 8">
            <a:extLst>
              <a:ext uri="{FF2B5EF4-FFF2-40B4-BE49-F238E27FC236}">
                <a16:creationId xmlns:a16="http://schemas.microsoft.com/office/drawing/2014/main" id="{0712FCCF-017A-005B-667A-A428CA94F297}"/>
              </a:ext>
            </a:extLst>
          </p:cNvPr>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100453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1F7EE-608D-A28D-7CB5-92912BADAFB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874A33C-7432-A787-FE3B-BC42A7F85703}"/>
              </a:ext>
            </a:extLst>
          </p:cNvPr>
          <p:cNvSpPr>
            <a:spLocks noGrp="1"/>
          </p:cNvSpPr>
          <p:nvPr>
            <p:ph type="dt" sz="half" idx="10"/>
          </p:nvPr>
        </p:nvSpPr>
        <p:spPr/>
        <p:txBody>
          <a:bodyPr/>
          <a:lstStyle/>
          <a:p>
            <a:fld id="{781F9843-3551-47D6-BD3E-346FBDF458AF}" type="datetime1">
              <a:rPr lang="en-US" smtClean="0"/>
              <a:t>10/10/2023</a:t>
            </a:fld>
            <a:endParaRPr lang="en-US" dirty="0"/>
          </a:p>
        </p:txBody>
      </p:sp>
      <p:sp>
        <p:nvSpPr>
          <p:cNvPr id="4" name="Footer Placeholder 3">
            <a:extLst>
              <a:ext uri="{FF2B5EF4-FFF2-40B4-BE49-F238E27FC236}">
                <a16:creationId xmlns:a16="http://schemas.microsoft.com/office/drawing/2014/main" id="{F9B4E408-846B-DACB-1746-B93CD051704B}"/>
              </a:ext>
            </a:extLst>
          </p:cNvPr>
          <p:cNvSpPr>
            <a:spLocks noGrp="1"/>
          </p:cNvSpPr>
          <p:nvPr>
            <p:ph type="ftr" sz="quarter" idx="11"/>
          </p:nvPr>
        </p:nvSpPr>
        <p:spPr/>
        <p:txBody>
          <a:bodyPr/>
          <a:lstStyle/>
          <a:p>
            <a:r>
              <a:rPr lang="en-US"/>
              <a:t>Add a footer</a:t>
            </a:r>
            <a:endParaRPr lang="en-US" dirty="0"/>
          </a:p>
        </p:txBody>
      </p:sp>
      <p:sp>
        <p:nvSpPr>
          <p:cNvPr id="5" name="Slide Number Placeholder 4">
            <a:extLst>
              <a:ext uri="{FF2B5EF4-FFF2-40B4-BE49-F238E27FC236}">
                <a16:creationId xmlns:a16="http://schemas.microsoft.com/office/drawing/2014/main" id="{0F0D9EBB-31A2-3FDA-0B2E-803ECCCE67FE}"/>
              </a:ext>
            </a:extLst>
          </p:cNvPr>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3307718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9EF3E3-EBDF-3ECF-403A-74E79835C597}"/>
              </a:ext>
            </a:extLst>
          </p:cNvPr>
          <p:cNvSpPr>
            <a:spLocks noGrp="1"/>
          </p:cNvSpPr>
          <p:nvPr>
            <p:ph type="dt" sz="half" idx="10"/>
          </p:nvPr>
        </p:nvSpPr>
        <p:spPr/>
        <p:txBody>
          <a:bodyPr/>
          <a:lstStyle/>
          <a:p>
            <a:fld id="{B68C2989-19D5-42F7-8321-FE6B75231AF4}" type="datetime1">
              <a:rPr lang="en-US" smtClean="0"/>
              <a:t>10/10/2023</a:t>
            </a:fld>
            <a:endParaRPr lang="en-US" dirty="0"/>
          </a:p>
        </p:txBody>
      </p:sp>
      <p:sp>
        <p:nvSpPr>
          <p:cNvPr id="3" name="Footer Placeholder 2">
            <a:extLst>
              <a:ext uri="{FF2B5EF4-FFF2-40B4-BE49-F238E27FC236}">
                <a16:creationId xmlns:a16="http://schemas.microsoft.com/office/drawing/2014/main" id="{C32BCE07-1061-A0F6-62C3-D4F7983EB00C}"/>
              </a:ext>
            </a:extLst>
          </p:cNvPr>
          <p:cNvSpPr>
            <a:spLocks noGrp="1"/>
          </p:cNvSpPr>
          <p:nvPr>
            <p:ph type="ftr" sz="quarter" idx="11"/>
          </p:nvPr>
        </p:nvSpPr>
        <p:spPr/>
        <p:txBody>
          <a:bodyPr/>
          <a:lstStyle/>
          <a:p>
            <a:r>
              <a:rPr lang="en-US"/>
              <a:t>Add a footer</a:t>
            </a:r>
            <a:endParaRPr lang="en-US" dirty="0"/>
          </a:p>
        </p:txBody>
      </p:sp>
      <p:sp>
        <p:nvSpPr>
          <p:cNvPr id="4" name="Slide Number Placeholder 3">
            <a:extLst>
              <a:ext uri="{FF2B5EF4-FFF2-40B4-BE49-F238E27FC236}">
                <a16:creationId xmlns:a16="http://schemas.microsoft.com/office/drawing/2014/main" id="{99E3E840-50FC-384D-2334-ED474D676DC2}"/>
              </a:ext>
            </a:extLst>
          </p:cNvPr>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3432588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6B528-F407-3598-D7C7-A6BA457909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886BF3B-1A47-412E-84BD-6AC4FB4432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88B0591-C3BB-CD46-FBF0-A04AB6D181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4B922B-CD6F-D307-BFF9-2BCD57B4AC38}"/>
              </a:ext>
            </a:extLst>
          </p:cNvPr>
          <p:cNvSpPr>
            <a:spLocks noGrp="1"/>
          </p:cNvSpPr>
          <p:nvPr>
            <p:ph type="dt" sz="half" idx="10"/>
          </p:nvPr>
        </p:nvSpPr>
        <p:spPr/>
        <p:txBody>
          <a:bodyPr/>
          <a:lstStyle/>
          <a:p>
            <a:fld id="{20F9C03C-1F27-412D-AD0B-6423348F1B9B}" type="datetime1">
              <a:rPr lang="en-US" smtClean="0"/>
              <a:t>10/10/2023</a:t>
            </a:fld>
            <a:endParaRPr lang="en-US" dirty="0"/>
          </a:p>
        </p:txBody>
      </p:sp>
      <p:sp>
        <p:nvSpPr>
          <p:cNvPr id="6" name="Footer Placeholder 5">
            <a:extLst>
              <a:ext uri="{FF2B5EF4-FFF2-40B4-BE49-F238E27FC236}">
                <a16:creationId xmlns:a16="http://schemas.microsoft.com/office/drawing/2014/main" id="{403BC234-24BB-2AD9-DB9F-8C1D12C6DD88}"/>
              </a:ext>
            </a:extLst>
          </p:cNvPr>
          <p:cNvSpPr>
            <a:spLocks noGrp="1"/>
          </p:cNvSpPr>
          <p:nvPr>
            <p:ph type="ftr" sz="quarter" idx="11"/>
          </p:nvPr>
        </p:nvSpPr>
        <p:spPr/>
        <p:txBody>
          <a:bodyPr/>
          <a:lstStyle/>
          <a:p>
            <a:r>
              <a:rPr lang="en-US"/>
              <a:t>Add a footer</a:t>
            </a:r>
            <a:endParaRPr lang="en-US" dirty="0"/>
          </a:p>
        </p:txBody>
      </p:sp>
      <p:sp>
        <p:nvSpPr>
          <p:cNvPr id="7" name="Slide Number Placeholder 6">
            <a:extLst>
              <a:ext uri="{FF2B5EF4-FFF2-40B4-BE49-F238E27FC236}">
                <a16:creationId xmlns:a16="http://schemas.microsoft.com/office/drawing/2014/main" id="{04D568A4-C30C-09BB-8D07-E1C4C0B03918}"/>
              </a:ext>
            </a:extLst>
          </p:cNvPr>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2374027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B17F6-5B4D-F24D-CD2B-4222157560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FE04358-4629-BE4D-925D-BE6DB93F00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4B4F879-2A95-C4E4-B596-D3211A6D60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4C8BCE-1391-2C42-C37C-D2ACF0A61F1F}"/>
              </a:ext>
            </a:extLst>
          </p:cNvPr>
          <p:cNvSpPr>
            <a:spLocks noGrp="1"/>
          </p:cNvSpPr>
          <p:nvPr>
            <p:ph type="dt" sz="half" idx="10"/>
          </p:nvPr>
        </p:nvSpPr>
        <p:spPr/>
        <p:txBody>
          <a:bodyPr/>
          <a:lstStyle/>
          <a:p>
            <a:fld id="{255B7425-AD81-4059-978F-1EC042D15433}" type="datetimeFigureOut">
              <a:rPr lang="en-GB" smtClean="0"/>
              <a:t>10/10/2023</a:t>
            </a:fld>
            <a:endParaRPr lang="en-GB"/>
          </a:p>
        </p:txBody>
      </p:sp>
      <p:sp>
        <p:nvSpPr>
          <p:cNvPr id="6" name="Footer Placeholder 5">
            <a:extLst>
              <a:ext uri="{FF2B5EF4-FFF2-40B4-BE49-F238E27FC236}">
                <a16:creationId xmlns:a16="http://schemas.microsoft.com/office/drawing/2014/main" id="{8AA86B0E-55FC-F4D8-4A1F-FEEC841391B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88B8265-6AEC-41A6-D956-E57DBB986762}"/>
              </a:ext>
            </a:extLst>
          </p:cNvPr>
          <p:cNvSpPr>
            <a:spLocks noGrp="1"/>
          </p:cNvSpPr>
          <p:nvPr>
            <p:ph type="sldNum" sz="quarter" idx="12"/>
          </p:nvPr>
        </p:nvSpPr>
        <p:spPr/>
        <p:txBody>
          <a:bodyPr/>
          <a:lstStyle/>
          <a:p>
            <a:fld id="{9110D60A-F994-4842-B879-FAA64A3F39F9}" type="slidenum">
              <a:rPr lang="en-GB" smtClean="0"/>
              <a:t>‹#›</a:t>
            </a:fld>
            <a:endParaRPr lang="en-GB"/>
          </a:p>
        </p:txBody>
      </p:sp>
      <p:sp>
        <p:nvSpPr>
          <p:cNvPr id="8" name="Rectangle 7">
            <a:extLst>
              <a:ext uri="{FF2B5EF4-FFF2-40B4-BE49-F238E27FC236}">
                <a16:creationId xmlns:a16="http://schemas.microsoft.com/office/drawing/2014/main" id="{CB53E810-1664-1F6A-1ADA-7F1DD2360108}"/>
              </a:ext>
            </a:extLst>
          </p:cNvPr>
          <p:cNvSpPr/>
          <p:nvPr userDrawn="1"/>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09322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22B68-F848-CA16-BB93-E6C38575774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720C6EE-74B3-9318-62F3-E584D4B981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3CD2259-3CB4-4E5F-508F-D7642F63D9EC}"/>
              </a:ext>
            </a:extLst>
          </p:cNvPr>
          <p:cNvSpPr>
            <a:spLocks noGrp="1"/>
          </p:cNvSpPr>
          <p:nvPr>
            <p:ph type="dt" sz="half" idx="10"/>
          </p:nvPr>
        </p:nvSpPr>
        <p:spPr/>
        <p:txBody>
          <a:bodyPr/>
          <a:lstStyle/>
          <a:p>
            <a:fld id="{0161E545-DA4D-4588-A168-A47EEF327FC2}" type="datetime1">
              <a:rPr lang="en-US" smtClean="0"/>
              <a:t>10/10/2023</a:t>
            </a:fld>
            <a:endParaRPr lang="en-US" dirty="0"/>
          </a:p>
        </p:txBody>
      </p:sp>
      <p:sp>
        <p:nvSpPr>
          <p:cNvPr id="5" name="Footer Placeholder 4">
            <a:extLst>
              <a:ext uri="{FF2B5EF4-FFF2-40B4-BE49-F238E27FC236}">
                <a16:creationId xmlns:a16="http://schemas.microsoft.com/office/drawing/2014/main" id="{03EF4B26-E053-30B9-82B6-E02087E852FB}"/>
              </a:ext>
            </a:extLst>
          </p:cNvPr>
          <p:cNvSpPr>
            <a:spLocks noGrp="1"/>
          </p:cNvSpPr>
          <p:nvPr>
            <p:ph type="ftr" sz="quarter" idx="11"/>
          </p:nvPr>
        </p:nvSpPr>
        <p:spPr/>
        <p:txBody>
          <a:bodyPr/>
          <a:lstStyle/>
          <a:p>
            <a:r>
              <a:rPr lang="en-US"/>
              <a:t>Add a footer</a:t>
            </a:r>
            <a:endParaRPr lang="en-US" dirty="0"/>
          </a:p>
        </p:txBody>
      </p:sp>
      <p:sp>
        <p:nvSpPr>
          <p:cNvPr id="6" name="Slide Number Placeholder 5">
            <a:extLst>
              <a:ext uri="{FF2B5EF4-FFF2-40B4-BE49-F238E27FC236}">
                <a16:creationId xmlns:a16="http://schemas.microsoft.com/office/drawing/2014/main" id="{05C11FDA-1221-60F9-B91A-EBBDF46497DC}"/>
              </a:ext>
            </a:extLst>
          </p:cNvPr>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1029813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C6ED64-21FF-6815-6CE4-EFD11D7D8E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FC05920-AE6C-B511-C21A-7A03090A0B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749BA6B-B5F6-1395-97DC-CAD154E6C9BD}"/>
              </a:ext>
            </a:extLst>
          </p:cNvPr>
          <p:cNvSpPr>
            <a:spLocks noGrp="1"/>
          </p:cNvSpPr>
          <p:nvPr>
            <p:ph type="dt" sz="half" idx="10"/>
          </p:nvPr>
        </p:nvSpPr>
        <p:spPr/>
        <p:txBody>
          <a:bodyPr/>
          <a:lstStyle/>
          <a:p>
            <a:fld id="{8FB26042-7092-4D96-B3CE-E8E6CFEE88C8}" type="datetime1">
              <a:rPr lang="en-US" smtClean="0"/>
              <a:t>10/10/2023</a:t>
            </a:fld>
            <a:endParaRPr lang="en-US" dirty="0"/>
          </a:p>
        </p:txBody>
      </p:sp>
      <p:sp>
        <p:nvSpPr>
          <p:cNvPr id="5" name="Footer Placeholder 4">
            <a:extLst>
              <a:ext uri="{FF2B5EF4-FFF2-40B4-BE49-F238E27FC236}">
                <a16:creationId xmlns:a16="http://schemas.microsoft.com/office/drawing/2014/main" id="{C0A3B410-7598-3BC1-6094-DC7E8B0CF9A8}"/>
              </a:ext>
            </a:extLst>
          </p:cNvPr>
          <p:cNvSpPr>
            <a:spLocks noGrp="1"/>
          </p:cNvSpPr>
          <p:nvPr>
            <p:ph type="ftr" sz="quarter" idx="11"/>
          </p:nvPr>
        </p:nvSpPr>
        <p:spPr/>
        <p:txBody>
          <a:bodyPr/>
          <a:lstStyle/>
          <a:p>
            <a:r>
              <a:rPr lang="en-US"/>
              <a:t>Add a footer</a:t>
            </a:r>
            <a:endParaRPr lang="en-US" dirty="0"/>
          </a:p>
        </p:txBody>
      </p:sp>
      <p:sp>
        <p:nvSpPr>
          <p:cNvPr id="6" name="Slide Number Placeholder 5">
            <a:extLst>
              <a:ext uri="{FF2B5EF4-FFF2-40B4-BE49-F238E27FC236}">
                <a16:creationId xmlns:a16="http://schemas.microsoft.com/office/drawing/2014/main" id="{89940F78-E9E7-2A04-FAB0-1C3F2F0F62C9}"/>
              </a:ext>
            </a:extLst>
          </p:cNvPr>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1794243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able Placeholder 2"/>
          <p:cNvSpPr>
            <a:spLocks noGrp="1"/>
          </p:cNvSpPr>
          <p:nvPr>
            <p:ph type="tbl" idx="1"/>
          </p:nvPr>
        </p:nvSpPr>
        <p:spPr>
          <a:xfrm>
            <a:off x="914400" y="1981200"/>
            <a:ext cx="10363200" cy="4114800"/>
          </a:xfrm>
        </p:spPr>
        <p:txBody>
          <a:bodyPr/>
          <a:lstStyle/>
          <a:p>
            <a:pPr lvl="0"/>
            <a:endParaRPr lang="en-US" noProof="0"/>
          </a:p>
        </p:txBody>
      </p:sp>
      <p:sp>
        <p:nvSpPr>
          <p:cNvPr id="4" name="Rectangle 4">
            <a:extLst>
              <a:ext uri="{FF2B5EF4-FFF2-40B4-BE49-F238E27FC236}">
                <a16:creationId xmlns:a16="http://schemas.microsoft.com/office/drawing/2014/main" id="{0207BA6C-4785-47CE-9444-1BDB9CD5FA1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4C093C4-C405-46D0-8F4B-4A916BC362C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E83FC51-6B0E-48D4-BB3A-4D23DF364371}"/>
              </a:ext>
            </a:extLst>
          </p:cNvPr>
          <p:cNvSpPr>
            <a:spLocks noGrp="1" noChangeArrowheads="1"/>
          </p:cNvSpPr>
          <p:nvPr>
            <p:ph type="sldNum" sz="quarter" idx="12"/>
          </p:nvPr>
        </p:nvSpPr>
        <p:spPr>
          <a:ln/>
        </p:spPr>
        <p:txBody>
          <a:bodyPr/>
          <a:lstStyle>
            <a:lvl1pPr>
              <a:defRPr/>
            </a:lvl1pPr>
          </a:lstStyle>
          <a:p>
            <a:pPr>
              <a:defRPr/>
            </a:pPr>
            <a:fld id="{5034EC08-6B2E-40E8-8A15-3A00ABD2EC16}" type="slidenum">
              <a:rPr lang="en-US" altLang="en-US"/>
              <a:pPr>
                <a:defRPr/>
              </a:pPr>
              <a:t>‹#›</a:t>
            </a:fld>
            <a:endParaRPr lang="en-US" altLang="en-US"/>
          </a:p>
        </p:txBody>
      </p:sp>
    </p:spTree>
    <p:extLst>
      <p:ext uri="{BB962C8B-B14F-4D97-AF65-F5344CB8AC3E}">
        <p14:creationId xmlns:p14="http://schemas.microsoft.com/office/powerpoint/2010/main" val="622046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8C2989-19D5-42F7-8321-FE6B75231AF4}" type="datetime1">
              <a:rPr lang="en-US" smtClean="0"/>
              <a:t>10/10/2023</a:t>
            </a:fld>
            <a:endParaRPr lang="en-US" dirty="0"/>
          </a:p>
        </p:txBody>
      </p:sp>
      <p:sp>
        <p:nvSpPr>
          <p:cNvPr id="3" name="Footer Placeholder 2"/>
          <p:cNvSpPr>
            <a:spLocks noGrp="1"/>
          </p:cNvSpPr>
          <p:nvPr>
            <p:ph type="ftr" sz="quarter" idx="11"/>
          </p:nvPr>
        </p:nvSpPr>
        <p:spPr/>
        <p:txBody>
          <a:bodyPr/>
          <a:lstStyle/>
          <a:p>
            <a:r>
              <a:rPr lang="en-US" dirty="0"/>
              <a:t>Add a footer</a:t>
            </a:r>
          </a:p>
        </p:txBody>
      </p:sp>
      <p:sp>
        <p:nvSpPr>
          <p:cNvPr id="4" name="Slide Number Placeholder 3"/>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041049-CCDD-F610-FB2B-7E0E70826C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D22E107-4C35-B6F2-AC43-65B7CE2C21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90C2F39-5A49-FB65-D5DA-D745473556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9CFDC2-5630-4611-9BF0-0EF7C8C4398D}" type="datetime1">
              <a:rPr lang="en-US" smtClean="0"/>
              <a:t>10/10/2023</a:t>
            </a:fld>
            <a:endParaRPr lang="en-US" dirty="0"/>
          </a:p>
        </p:txBody>
      </p:sp>
      <p:sp>
        <p:nvSpPr>
          <p:cNvPr id="5" name="Footer Placeholder 4">
            <a:extLst>
              <a:ext uri="{FF2B5EF4-FFF2-40B4-BE49-F238E27FC236}">
                <a16:creationId xmlns:a16="http://schemas.microsoft.com/office/drawing/2014/main" id="{51ECAAF7-2042-5A90-75E2-D88EEBBD46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Add a footer</a:t>
            </a:r>
            <a:endParaRPr lang="en-US" dirty="0"/>
          </a:p>
        </p:txBody>
      </p:sp>
      <p:sp>
        <p:nvSpPr>
          <p:cNvPr id="6" name="Slide Number Placeholder 5">
            <a:extLst>
              <a:ext uri="{FF2B5EF4-FFF2-40B4-BE49-F238E27FC236}">
                <a16:creationId xmlns:a16="http://schemas.microsoft.com/office/drawing/2014/main" id="{FA89B375-7810-2154-25C8-910D206480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3837208765"/>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55"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oleObject" Target="../embeddings/oleObject1.bin"/></Relationships>
</file>

<file path=ppt/slides/_rels/slide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oleObject" Target="../embeddings/oleObject2.bin"/></Relationships>
</file>

<file path=ppt/slides/_rels/slide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3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854DEE1C-7FD6-4FA0-A96A-BDF952F19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1524000" y="4370227"/>
            <a:ext cx="9144000" cy="1193138"/>
          </a:xfrm>
        </p:spPr>
        <p:txBody>
          <a:bodyPr vert="horz" lIns="91440" tIns="45720" rIns="91440" bIns="45720" rtlCol="0">
            <a:normAutofit fontScale="90000"/>
          </a:bodyPr>
          <a:lstStyle/>
          <a:p>
            <a:r>
              <a:rPr lang="en-US" sz="3700" dirty="0">
                <a:solidFill>
                  <a:srgbClr val="0070C0"/>
                </a:solidFill>
              </a:rPr>
              <a:t>INTRODUCTION TO COMPUTER ARCHITECTURE AND </a:t>
            </a:r>
            <a:br>
              <a:rPr lang="en-US" sz="3700" dirty="0">
                <a:solidFill>
                  <a:srgbClr val="0070C0"/>
                </a:solidFill>
              </a:rPr>
            </a:br>
            <a:r>
              <a:rPr lang="en-US" sz="3700" dirty="0">
                <a:solidFill>
                  <a:srgbClr val="0070C0"/>
                </a:solidFill>
              </a:rPr>
              <a:t>ASSEMBLY LANGUAGE</a:t>
            </a:r>
          </a:p>
        </p:txBody>
      </p:sp>
      <p:pic>
        <p:nvPicPr>
          <p:cNvPr id="1026" name="Picture 2" descr="What is computer architecture? - University of Sunderland">
            <a:extLst>
              <a:ext uri="{FF2B5EF4-FFF2-40B4-BE49-F238E27FC236}">
                <a16:creationId xmlns:a16="http://schemas.microsoft.com/office/drawing/2014/main" id="{9A2AEBDE-7581-5EF0-BEC7-3A124EA69FC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767" r="-2" b="-2"/>
          <a:stretch/>
        </p:blipFill>
        <p:spPr bwMode="auto">
          <a:xfrm>
            <a:off x="1690046" y="386205"/>
            <a:ext cx="8903441" cy="3766876"/>
          </a:xfrm>
          <a:custGeom>
            <a:avLst/>
            <a:gdLst/>
            <a:ahLst/>
            <a:cxnLst/>
            <a:rect l="l" t="t" r="r" b="b"/>
            <a:pathLst>
              <a:path w="8903441" h="3766876">
                <a:moveTo>
                  <a:pt x="8890380" y="1667288"/>
                </a:moveTo>
                <a:lnTo>
                  <a:pt x="8895460" y="1677046"/>
                </a:lnTo>
                <a:cubicBezTo>
                  <a:pt x="8905866" y="1703466"/>
                  <a:pt x="8906717" y="1724063"/>
                  <a:pt x="8894323" y="1729738"/>
                </a:cubicBezTo>
                <a:lnTo>
                  <a:pt x="8891365" y="1729349"/>
                </a:lnTo>
                <a:lnTo>
                  <a:pt x="8891421" y="1712412"/>
                </a:lnTo>
                <a:cubicBezTo>
                  <a:pt x="8891337" y="1700170"/>
                  <a:pt x="8891138" y="1688653"/>
                  <a:pt x="8890856" y="1678595"/>
                </a:cubicBezTo>
                <a:close/>
                <a:moveTo>
                  <a:pt x="8888451" y="1641624"/>
                </a:moveTo>
                <a:cubicBezTo>
                  <a:pt x="8888927" y="1642911"/>
                  <a:pt x="8889388" y="1647125"/>
                  <a:pt x="8889800" y="1653531"/>
                </a:cubicBezTo>
                <a:lnTo>
                  <a:pt x="8890380" y="1667288"/>
                </a:lnTo>
                <a:lnTo>
                  <a:pt x="8884645" y="1656272"/>
                </a:lnTo>
                <a:lnTo>
                  <a:pt x="8886368" y="1643902"/>
                </a:lnTo>
                <a:cubicBezTo>
                  <a:pt x="8887058" y="1640758"/>
                  <a:pt x="8887743" y="1639762"/>
                  <a:pt x="8888451" y="1641624"/>
                </a:cubicBezTo>
                <a:close/>
                <a:moveTo>
                  <a:pt x="999724" y="1241031"/>
                </a:moveTo>
                <a:cubicBezTo>
                  <a:pt x="998379" y="1242269"/>
                  <a:pt x="996554" y="1243547"/>
                  <a:pt x="995210" y="1244785"/>
                </a:cubicBezTo>
                <a:cubicBezTo>
                  <a:pt x="1005261" y="1248940"/>
                  <a:pt x="1015746" y="1252497"/>
                  <a:pt x="1025774" y="1256374"/>
                </a:cubicBezTo>
                <a:cubicBezTo>
                  <a:pt x="1037480" y="1257305"/>
                  <a:pt x="1049668" y="1258195"/>
                  <a:pt x="1060894" y="1259168"/>
                </a:cubicBezTo>
                <a:cubicBezTo>
                  <a:pt x="1040504" y="1253123"/>
                  <a:pt x="1020115" y="1247076"/>
                  <a:pt x="999724" y="1241031"/>
                </a:cubicBezTo>
                <a:close/>
                <a:moveTo>
                  <a:pt x="1319296" y="820371"/>
                </a:moveTo>
                <a:cubicBezTo>
                  <a:pt x="1421680" y="872109"/>
                  <a:pt x="1548101" y="905226"/>
                  <a:pt x="1681342" y="933268"/>
                </a:cubicBezTo>
                <a:cubicBezTo>
                  <a:pt x="1683167" y="931988"/>
                  <a:pt x="1684512" y="930751"/>
                  <a:pt x="1686338" y="929471"/>
                </a:cubicBezTo>
                <a:cubicBezTo>
                  <a:pt x="1563998" y="893197"/>
                  <a:pt x="1441635" y="856646"/>
                  <a:pt x="1319296" y="820371"/>
                </a:cubicBezTo>
                <a:close/>
                <a:moveTo>
                  <a:pt x="7894848" y="858"/>
                </a:moveTo>
                <a:cubicBezTo>
                  <a:pt x="7906700" y="3455"/>
                  <a:pt x="7910528" y="8436"/>
                  <a:pt x="7907341" y="16271"/>
                </a:cubicBezTo>
                <a:cubicBezTo>
                  <a:pt x="7902882" y="26177"/>
                  <a:pt x="7893520" y="35394"/>
                  <a:pt x="7882642" y="43904"/>
                </a:cubicBezTo>
                <a:cubicBezTo>
                  <a:pt x="7831903" y="83897"/>
                  <a:pt x="7856047" y="94090"/>
                  <a:pt x="7927648" y="93123"/>
                </a:cubicBezTo>
                <a:cubicBezTo>
                  <a:pt x="7991511" y="92274"/>
                  <a:pt x="8055318" y="85274"/>
                  <a:pt x="8119655" y="78787"/>
                </a:cubicBezTo>
                <a:cubicBezTo>
                  <a:pt x="8151329" y="75447"/>
                  <a:pt x="8152942" y="77265"/>
                  <a:pt x="8141786" y="93635"/>
                </a:cubicBezTo>
                <a:cubicBezTo>
                  <a:pt x="8123815" y="120677"/>
                  <a:pt x="8122595" y="145410"/>
                  <a:pt x="8151055" y="166138"/>
                </a:cubicBezTo>
                <a:cubicBezTo>
                  <a:pt x="8157767" y="170866"/>
                  <a:pt x="8162605" y="176318"/>
                  <a:pt x="8160811" y="183471"/>
                </a:cubicBezTo>
                <a:cubicBezTo>
                  <a:pt x="8152723" y="212724"/>
                  <a:pt x="8169841" y="236686"/>
                  <a:pt x="8187466" y="260884"/>
                </a:cubicBezTo>
                <a:cubicBezTo>
                  <a:pt x="8217175" y="301371"/>
                  <a:pt x="8254836" y="338641"/>
                  <a:pt x="8295790" y="374783"/>
                </a:cubicBezTo>
                <a:cubicBezTo>
                  <a:pt x="8324664" y="400232"/>
                  <a:pt x="8342922" y="431650"/>
                  <a:pt x="8406170" y="440370"/>
                </a:cubicBezTo>
                <a:cubicBezTo>
                  <a:pt x="8421364" y="442394"/>
                  <a:pt x="8426373" y="449790"/>
                  <a:pt x="8420903" y="459225"/>
                </a:cubicBezTo>
                <a:cubicBezTo>
                  <a:pt x="8402820" y="490474"/>
                  <a:pt x="8417534" y="514648"/>
                  <a:pt x="8450800" y="534955"/>
                </a:cubicBezTo>
                <a:cubicBezTo>
                  <a:pt x="8462563" y="542037"/>
                  <a:pt x="8458146" y="546902"/>
                  <a:pt x="8442097" y="551669"/>
                </a:cubicBezTo>
                <a:cubicBezTo>
                  <a:pt x="8423667" y="556925"/>
                  <a:pt x="8409328" y="564619"/>
                  <a:pt x="8398067" y="574282"/>
                </a:cubicBezTo>
                <a:cubicBezTo>
                  <a:pt x="8379577" y="589897"/>
                  <a:pt x="8370872" y="606612"/>
                  <a:pt x="8363634" y="623477"/>
                </a:cubicBezTo>
                <a:cubicBezTo>
                  <a:pt x="8352394" y="649929"/>
                  <a:pt x="8339133" y="675439"/>
                  <a:pt x="8295388" y="695789"/>
                </a:cubicBezTo>
                <a:cubicBezTo>
                  <a:pt x="8282368" y="701969"/>
                  <a:pt x="8271923" y="709882"/>
                  <a:pt x="8260972" y="717559"/>
                </a:cubicBezTo>
                <a:cubicBezTo>
                  <a:pt x="8264466" y="724248"/>
                  <a:pt x="8273101" y="728807"/>
                  <a:pt x="8289132" y="729358"/>
                </a:cubicBezTo>
                <a:cubicBezTo>
                  <a:pt x="8391169" y="732995"/>
                  <a:pt x="8386647" y="769770"/>
                  <a:pt x="8387346" y="810845"/>
                </a:cubicBezTo>
                <a:cubicBezTo>
                  <a:pt x="8388418" y="861681"/>
                  <a:pt x="8330862" y="890238"/>
                  <a:pt x="8259532" y="916368"/>
                </a:cubicBezTo>
                <a:cubicBezTo>
                  <a:pt x="8235122" y="925226"/>
                  <a:pt x="8199529" y="928071"/>
                  <a:pt x="8191769" y="950020"/>
                </a:cubicBezTo>
                <a:cubicBezTo>
                  <a:pt x="8234379" y="966427"/>
                  <a:pt x="8282955" y="945934"/>
                  <a:pt x="8327664" y="947606"/>
                </a:cubicBezTo>
                <a:cubicBezTo>
                  <a:pt x="8364609" y="949119"/>
                  <a:pt x="8424473" y="941347"/>
                  <a:pt x="8378206" y="982626"/>
                </a:cubicBezTo>
                <a:cubicBezTo>
                  <a:pt x="8364736" y="994722"/>
                  <a:pt x="8382242" y="1001021"/>
                  <a:pt x="8400605" y="1000529"/>
                </a:cubicBezTo>
                <a:cubicBezTo>
                  <a:pt x="8549357" y="995586"/>
                  <a:pt x="8487684" y="1076555"/>
                  <a:pt x="8538706" y="1111533"/>
                </a:cubicBezTo>
                <a:cubicBezTo>
                  <a:pt x="8553092" y="1120905"/>
                  <a:pt x="8540810" y="1141011"/>
                  <a:pt x="8520556" y="1147547"/>
                </a:cubicBezTo>
                <a:cubicBezTo>
                  <a:pt x="8392015" y="1189611"/>
                  <a:pt x="8380569" y="1263373"/>
                  <a:pt x="8322605" y="1331423"/>
                </a:cubicBezTo>
                <a:cubicBezTo>
                  <a:pt x="8393509" y="1350105"/>
                  <a:pt x="8476647" y="1348124"/>
                  <a:pt x="8552563" y="1357692"/>
                </a:cubicBezTo>
                <a:cubicBezTo>
                  <a:pt x="8631413" y="1367560"/>
                  <a:pt x="8632510" y="1380057"/>
                  <a:pt x="8572872" y="1434543"/>
                </a:cubicBezTo>
                <a:cubicBezTo>
                  <a:pt x="8740108" y="1430496"/>
                  <a:pt x="8740108" y="1430496"/>
                  <a:pt x="8695911" y="1511890"/>
                </a:cubicBezTo>
                <a:cubicBezTo>
                  <a:pt x="8766152" y="1509223"/>
                  <a:pt x="8835070" y="1574251"/>
                  <a:pt x="8873147" y="1634187"/>
                </a:cubicBezTo>
                <a:lnTo>
                  <a:pt x="8884645" y="1656272"/>
                </a:lnTo>
                <a:lnTo>
                  <a:pt x="8884254" y="1659075"/>
                </a:lnTo>
                <a:cubicBezTo>
                  <a:pt x="8882795" y="1672543"/>
                  <a:pt x="8881198" y="1691773"/>
                  <a:pt x="8879232" y="1711097"/>
                </a:cubicBezTo>
                <a:lnTo>
                  <a:pt x="8877347" y="1727504"/>
                </a:lnTo>
                <a:lnTo>
                  <a:pt x="8865337" y="1725923"/>
                </a:lnTo>
                <a:cubicBezTo>
                  <a:pt x="8855639" y="1721668"/>
                  <a:pt x="8848716" y="1720054"/>
                  <a:pt x="8843722" y="1720152"/>
                </a:cubicBezTo>
                <a:cubicBezTo>
                  <a:pt x="8828739" y="1720444"/>
                  <a:pt x="8831115" y="1736133"/>
                  <a:pt x="8828004" y="1742073"/>
                </a:cubicBezTo>
                <a:cubicBezTo>
                  <a:pt x="8817547" y="1760900"/>
                  <a:pt x="8843589" y="1770647"/>
                  <a:pt x="8861127" y="1782820"/>
                </a:cubicBezTo>
                <a:cubicBezTo>
                  <a:pt x="8867694" y="1787281"/>
                  <a:pt x="8872382" y="1766445"/>
                  <a:pt x="8875975" y="1739445"/>
                </a:cubicBezTo>
                <a:lnTo>
                  <a:pt x="8877347" y="1727504"/>
                </a:lnTo>
                <a:lnTo>
                  <a:pt x="8891365" y="1729349"/>
                </a:lnTo>
                <a:lnTo>
                  <a:pt x="8891294" y="1750579"/>
                </a:lnTo>
                <a:cubicBezTo>
                  <a:pt x="8890576" y="1802412"/>
                  <a:pt x="8887485" y="1854103"/>
                  <a:pt x="8879895" y="1858687"/>
                </a:cubicBezTo>
                <a:cubicBezTo>
                  <a:pt x="8799411" y="1907447"/>
                  <a:pt x="8858072" y="1996322"/>
                  <a:pt x="8700018" y="2022228"/>
                </a:cubicBezTo>
                <a:cubicBezTo>
                  <a:pt x="8628887" y="2034069"/>
                  <a:pt x="8597252" y="2070985"/>
                  <a:pt x="8546517" y="2094468"/>
                </a:cubicBezTo>
                <a:cubicBezTo>
                  <a:pt x="8369592" y="2175758"/>
                  <a:pt x="8254890" y="2270617"/>
                  <a:pt x="8208310" y="2391116"/>
                </a:cubicBezTo>
                <a:cubicBezTo>
                  <a:pt x="8195251" y="2424444"/>
                  <a:pt x="8137916" y="2455501"/>
                  <a:pt x="8101924" y="2486924"/>
                </a:cubicBezTo>
                <a:cubicBezTo>
                  <a:pt x="8122498" y="2506105"/>
                  <a:pt x="8219539" y="2452814"/>
                  <a:pt x="8188722" y="2510086"/>
                </a:cubicBezTo>
                <a:cubicBezTo>
                  <a:pt x="8165388" y="2553270"/>
                  <a:pt x="8098391" y="2584616"/>
                  <a:pt x="8035596" y="2614194"/>
                </a:cubicBezTo>
                <a:cubicBezTo>
                  <a:pt x="7963481" y="2647947"/>
                  <a:pt x="7883214" y="2677100"/>
                  <a:pt x="7854509" y="2730830"/>
                </a:cubicBezTo>
                <a:cubicBezTo>
                  <a:pt x="7848249" y="2742293"/>
                  <a:pt x="6341566" y="3671513"/>
                  <a:pt x="4141410" y="3763614"/>
                </a:cubicBezTo>
                <a:cubicBezTo>
                  <a:pt x="3781875" y="3778662"/>
                  <a:pt x="2353277" y="3737838"/>
                  <a:pt x="2161737" y="3718831"/>
                </a:cubicBezTo>
                <a:cubicBezTo>
                  <a:pt x="1964811" y="3699179"/>
                  <a:pt x="1793107" y="3646810"/>
                  <a:pt x="1591600" y="3635674"/>
                </a:cubicBezTo>
                <a:cubicBezTo>
                  <a:pt x="1485018" y="3629919"/>
                  <a:pt x="1381185" y="3611329"/>
                  <a:pt x="1390654" y="3531585"/>
                </a:cubicBezTo>
                <a:cubicBezTo>
                  <a:pt x="1393510" y="3508948"/>
                  <a:pt x="1364047" y="3493344"/>
                  <a:pt x="1320867" y="3503571"/>
                </a:cubicBezTo>
                <a:cubicBezTo>
                  <a:pt x="1239265" y="3523046"/>
                  <a:pt x="1198946" y="3494124"/>
                  <a:pt x="1150681" y="3474015"/>
                </a:cubicBezTo>
                <a:cubicBezTo>
                  <a:pt x="1065213" y="3438422"/>
                  <a:pt x="982868" y="3399757"/>
                  <a:pt x="851974" y="3403971"/>
                </a:cubicBezTo>
                <a:cubicBezTo>
                  <a:pt x="873994" y="3367898"/>
                  <a:pt x="917237" y="3369420"/>
                  <a:pt x="956780" y="3372944"/>
                </a:cubicBezTo>
                <a:cubicBezTo>
                  <a:pt x="1061276" y="3382521"/>
                  <a:pt x="1164043" y="3394488"/>
                  <a:pt x="1268515" y="3403788"/>
                </a:cubicBezTo>
                <a:cubicBezTo>
                  <a:pt x="1336376" y="3409863"/>
                  <a:pt x="1404651" y="3420660"/>
                  <a:pt x="1492884" y="3399484"/>
                </a:cubicBezTo>
                <a:cubicBezTo>
                  <a:pt x="1410006" y="3338199"/>
                  <a:pt x="1277736" y="3337777"/>
                  <a:pt x="1169657" y="3325996"/>
                </a:cubicBezTo>
                <a:cubicBezTo>
                  <a:pt x="1034677" y="3311259"/>
                  <a:pt x="951965" y="3268429"/>
                  <a:pt x="853866" y="3221353"/>
                </a:cubicBezTo>
                <a:cubicBezTo>
                  <a:pt x="950752" y="3199416"/>
                  <a:pt x="1014418" y="3234964"/>
                  <a:pt x="1090648" y="3226034"/>
                </a:cubicBezTo>
                <a:cubicBezTo>
                  <a:pt x="1094340" y="3218434"/>
                  <a:pt x="1100169" y="3207568"/>
                  <a:pt x="1099183" y="3207375"/>
                </a:cubicBezTo>
                <a:cubicBezTo>
                  <a:pt x="971072" y="3188118"/>
                  <a:pt x="907890" y="3136018"/>
                  <a:pt x="882137" y="3068880"/>
                </a:cubicBezTo>
                <a:cubicBezTo>
                  <a:pt x="868924" y="3034221"/>
                  <a:pt x="822286" y="3027121"/>
                  <a:pt x="776145" y="3014660"/>
                </a:cubicBezTo>
                <a:cubicBezTo>
                  <a:pt x="613874" y="2970419"/>
                  <a:pt x="443486" y="2933046"/>
                  <a:pt x="307191" y="2864697"/>
                </a:cubicBezTo>
                <a:cubicBezTo>
                  <a:pt x="457123" y="2862170"/>
                  <a:pt x="581367" y="2903594"/>
                  <a:pt x="743379" y="2911759"/>
                </a:cubicBezTo>
                <a:cubicBezTo>
                  <a:pt x="608349" y="2835743"/>
                  <a:pt x="439124" y="2806104"/>
                  <a:pt x="284020" y="2766269"/>
                </a:cubicBezTo>
                <a:cubicBezTo>
                  <a:pt x="213164" y="2748143"/>
                  <a:pt x="147010" y="2722889"/>
                  <a:pt x="63190" y="2717094"/>
                </a:cubicBezTo>
                <a:cubicBezTo>
                  <a:pt x="33455" y="2714947"/>
                  <a:pt x="-16425" y="2709531"/>
                  <a:pt x="5340" y="2681595"/>
                </a:cubicBezTo>
                <a:cubicBezTo>
                  <a:pt x="23652" y="2658441"/>
                  <a:pt x="63627" y="2661368"/>
                  <a:pt x="100237" y="2664591"/>
                </a:cubicBezTo>
                <a:cubicBezTo>
                  <a:pt x="188123" y="2672547"/>
                  <a:pt x="277551" y="2664977"/>
                  <a:pt x="394328" y="2654447"/>
                </a:cubicBezTo>
                <a:cubicBezTo>
                  <a:pt x="290057" y="2592242"/>
                  <a:pt x="112140" y="2629127"/>
                  <a:pt x="21491" y="2562088"/>
                </a:cubicBezTo>
                <a:cubicBezTo>
                  <a:pt x="125636" y="2540073"/>
                  <a:pt x="208727" y="2559644"/>
                  <a:pt x="294268" y="2557453"/>
                </a:cubicBezTo>
                <a:cubicBezTo>
                  <a:pt x="371589" y="2555423"/>
                  <a:pt x="389695" y="2540961"/>
                  <a:pt x="367847" y="2501743"/>
                </a:cubicBezTo>
                <a:cubicBezTo>
                  <a:pt x="333905" y="2440640"/>
                  <a:pt x="373328" y="2404160"/>
                  <a:pt x="486858" y="2411824"/>
                </a:cubicBezTo>
                <a:cubicBezTo>
                  <a:pt x="592120" y="2419095"/>
                  <a:pt x="600599" y="2394285"/>
                  <a:pt x="570008" y="2360312"/>
                </a:cubicBezTo>
                <a:cubicBezTo>
                  <a:pt x="525457" y="2310774"/>
                  <a:pt x="567057" y="2265987"/>
                  <a:pt x="594400" y="2218813"/>
                </a:cubicBezTo>
                <a:cubicBezTo>
                  <a:pt x="635581" y="2147198"/>
                  <a:pt x="612469" y="2115647"/>
                  <a:pt x="505675" y="2074370"/>
                </a:cubicBezTo>
                <a:cubicBezTo>
                  <a:pt x="445534" y="2051386"/>
                  <a:pt x="381431" y="2032947"/>
                  <a:pt x="295650" y="2015851"/>
                </a:cubicBezTo>
                <a:cubicBezTo>
                  <a:pt x="487251" y="1985881"/>
                  <a:pt x="281423" y="1958614"/>
                  <a:pt x="346760" y="1924896"/>
                </a:cubicBezTo>
                <a:cubicBezTo>
                  <a:pt x="481788" y="1901571"/>
                  <a:pt x="600623" y="1980687"/>
                  <a:pt x="783461" y="1939173"/>
                </a:cubicBezTo>
                <a:cubicBezTo>
                  <a:pt x="547912" y="1882335"/>
                  <a:pt x="287006" y="1807013"/>
                  <a:pt x="112183" y="1719100"/>
                </a:cubicBezTo>
                <a:cubicBezTo>
                  <a:pt x="148588" y="1692398"/>
                  <a:pt x="188462" y="1710725"/>
                  <a:pt x="219936" y="1699568"/>
                </a:cubicBezTo>
                <a:cubicBezTo>
                  <a:pt x="218006" y="1694140"/>
                  <a:pt x="220184" y="1685834"/>
                  <a:pt x="214196" y="1683841"/>
                </a:cubicBezTo>
                <a:cubicBezTo>
                  <a:pt x="85284" y="1638910"/>
                  <a:pt x="83720" y="1637648"/>
                  <a:pt x="212296" y="1584947"/>
                </a:cubicBezTo>
                <a:cubicBezTo>
                  <a:pt x="257172" y="1566456"/>
                  <a:pt x="252206" y="1554019"/>
                  <a:pt x="226108" y="1538121"/>
                </a:cubicBezTo>
                <a:cubicBezTo>
                  <a:pt x="207682" y="1526866"/>
                  <a:pt x="185078" y="1517656"/>
                  <a:pt x="192710" y="1488723"/>
                </a:cubicBezTo>
                <a:cubicBezTo>
                  <a:pt x="268435" y="1518175"/>
                  <a:pt x="624154" y="1547955"/>
                  <a:pt x="685843" y="1538903"/>
                </a:cubicBezTo>
                <a:cubicBezTo>
                  <a:pt x="755173" y="1528619"/>
                  <a:pt x="994201" y="1520231"/>
                  <a:pt x="1067153" y="1523622"/>
                </a:cubicBezTo>
                <a:cubicBezTo>
                  <a:pt x="1063138" y="1522015"/>
                  <a:pt x="1059122" y="1520410"/>
                  <a:pt x="1055106" y="1518803"/>
                </a:cubicBezTo>
                <a:cubicBezTo>
                  <a:pt x="983007" y="1486514"/>
                  <a:pt x="909946" y="1454310"/>
                  <a:pt x="864245" y="1408231"/>
                </a:cubicBezTo>
                <a:cubicBezTo>
                  <a:pt x="862153" y="1406456"/>
                  <a:pt x="861045" y="1404874"/>
                  <a:pt x="856768" y="1405809"/>
                </a:cubicBezTo>
                <a:cubicBezTo>
                  <a:pt x="819307" y="1414974"/>
                  <a:pt x="822846" y="1400112"/>
                  <a:pt x="821342" y="1388491"/>
                </a:cubicBezTo>
                <a:cubicBezTo>
                  <a:pt x="819813" y="1376592"/>
                  <a:pt x="812736" y="1367699"/>
                  <a:pt x="784954" y="1371257"/>
                </a:cubicBezTo>
                <a:cubicBezTo>
                  <a:pt x="783512" y="1371384"/>
                  <a:pt x="781566" y="1371274"/>
                  <a:pt x="779619" y="1371165"/>
                </a:cubicBezTo>
                <a:cubicBezTo>
                  <a:pt x="766469" y="1370361"/>
                  <a:pt x="722835" y="1342290"/>
                  <a:pt x="728571" y="1335910"/>
                </a:cubicBezTo>
                <a:cubicBezTo>
                  <a:pt x="741389" y="1321912"/>
                  <a:pt x="726409" y="1316791"/>
                  <a:pt x="713734" y="1310348"/>
                </a:cubicBezTo>
                <a:cubicBezTo>
                  <a:pt x="696009" y="1301550"/>
                  <a:pt x="678333" y="1293308"/>
                  <a:pt x="659695" y="1285149"/>
                </a:cubicBezTo>
                <a:cubicBezTo>
                  <a:pt x="641562" y="1277227"/>
                  <a:pt x="622997" y="1269901"/>
                  <a:pt x="604409" y="1262299"/>
                </a:cubicBezTo>
                <a:cubicBezTo>
                  <a:pt x="561305" y="1256847"/>
                  <a:pt x="517819" y="1252549"/>
                  <a:pt x="472556" y="1250086"/>
                </a:cubicBezTo>
                <a:cubicBezTo>
                  <a:pt x="438951" y="1247999"/>
                  <a:pt x="401379" y="1244860"/>
                  <a:pt x="382690" y="1214040"/>
                </a:cubicBezTo>
                <a:cubicBezTo>
                  <a:pt x="418096" y="1214570"/>
                  <a:pt x="453575" y="1215933"/>
                  <a:pt x="489053" y="1217296"/>
                </a:cubicBezTo>
                <a:cubicBezTo>
                  <a:pt x="454954" y="1204059"/>
                  <a:pt x="421816" y="1190737"/>
                  <a:pt x="390047" y="1176456"/>
                </a:cubicBezTo>
                <a:cubicBezTo>
                  <a:pt x="363810" y="1164487"/>
                  <a:pt x="342232" y="1150431"/>
                  <a:pt x="333292" y="1131347"/>
                </a:cubicBezTo>
                <a:cubicBezTo>
                  <a:pt x="330930" y="1126518"/>
                  <a:pt x="329025" y="1121368"/>
                  <a:pt x="337841" y="1116956"/>
                </a:cubicBezTo>
                <a:cubicBezTo>
                  <a:pt x="347569" y="1111905"/>
                  <a:pt x="355552" y="1114562"/>
                  <a:pt x="363031" y="1116984"/>
                </a:cubicBezTo>
                <a:cubicBezTo>
                  <a:pt x="393929" y="1126864"/>
                  <a:pt x="425283" y="1136425"/>
                  <a:pt x="455724" y="1146625"/>
                </a:cubicBezTo>
                <a:cubicBezTo>
                  <a:pt x="496146" y="1160147"/>
                  <a:pt x="536111" y="1173989"/>
                  <a:pt x="576050" y="1187553"/>
                </a:cubicBezTo>
                <a:cubicBezTo>
                  <a:pt x="519650" y="1157524"/>
                  <a:pt x="457798" y="1131612"/>
                  <a:pt x="391358" y="1108621"/>
                </a:cubicBezTo>
                <a:cubicBezTo>
                  <a:pt x="343386" y="1091844"/>
                  <a:pt x="295414" y="1075067"/>
                  <a:pt x="258466" y="1051446"/>
                </a:cubicBezTo>
                <a:cubicBezTo>
                  <a:pt x="239512" y="1039678"/>
                  <a:pt x="230024" y="1025400"/>
                  <a:pt x="227119" y="1008864"/>
                </a:cubicBezTo>
                <a:cubicBezTo>
                  <a:pt x="226729" y="1004421"/>
                  <a:pt x="227253" y="999338"/>
                  <a:pt x="237176" y="996508"/>
                </a:cubicBezTo>
                <a:cubicBezTo>
                  <a:pt x="247123" y="993956"/>
                  <a:pt x="253208" y="997060"/>
                  <a:pt x="257395" y="1000610"/>
                </a:cubicBezTo>
                <a:cubicBezTo>
                  <a:pt x="262111" y="1004674"/>
                  <a:pt x="267716" y="1007820"/>
                  <a:pt x="275649" y="1009921"/>
                </a:cubicBezTo>
                <a:cubicBezTo>
                  <a:pt x="345186" y="1029563"/>
                  <a:pt x="406508" y="1054962"/>
                  <a:pt x="469199" y="1079402"/>
                </a:cubicBezTo>
                <a:cubicBezTo>
                  <a:pt x="558968" y="1114336"/>
                  <a:pt x="647368" y="1150231"/>
                  <a:pt x="753033" y="1173138"/>
                </a:cubicBezTo>
                <a:cubicBezTo>
                  <a:pt x="793015" y="1181661"/>
                  <a:pt x="834292" y="1188391"/>
                  <a:pt x="865682" y="1187316"/>
                </a:cubicBezTo>
                <a:cubicBezTo>
                  <a:pt x="750261" y="1147076"/>
                  <a:pt x="641375" y="1104025"/>
                  <a:pt x="543487" y="1053852"/>
                </a:cubicBezTo>
                <a:cubicBezTo>
                  <a:pt x="444589" y="1003208"/>
                  <a:pt x="357848" y="947579"/>
                  <a:pt x="295297" y="880592"/>
                </a:cubicBezTo>
                <a:cubicBezTo>
                  <a:pt x="288871" y="873601"/>
                  <a:pt x="284873" y="866676"/>
                  <a:pt x="264758" y="869281"/>
                </a:cubicBezTo>
                <a:cubicBezTo>
                  <a:pt x="255650" y="870360"/>
                  <a:pt x="252375" y="866170"/>
                  <a:pt x="254388" y="861516"/>
                </a:cubicBezTo>
                <a:cubicBezTo>
                  <a:pt x="266992" y="828509"/>
                  <a:pt x="236853" y="810726"/>
                  <a:pt x="190786" y="799099"/>
                </a:cubicBezTo>
                <a:cubicBezTo>
                  <a:pt x="176408" y="795324"/>
                  <a:pt x="175031" y="790688"/>
                  <a:pt x="184973" y="782539"/>
                </a:cubicBezTo>
                <a:cubicBezTo>
                  <a:pt x="198516" y="771277"/>
                  <a:pt x="196123" y="760574"/>
                  <a:pt x="187530" y="750974"/>
                </a:cubicBezTo>
                <a:cubicBezTo>
                  <a:pt x="182644" y="744967"/>
                  <a:pt x="176339" y="739364"/>
                  <a:pt x="170996" y="733676"/>
                </a:cubicBezTo>
                <a:cubicBezTo>
                  <a:pt x="167290" y="730083"/>
                  <a:pt x="161157" y="726424"/>
                  <a:pt x="169444" y="721499"/>
                </a:cubicBezTo>
                <a:cubicBezTo>
                  <a:pt x="177298" y="717172"/>
                  <a:pt x="185665" y="718676"/>
                  <a:pt x="193501" y="719668"/>
                </a:cubicBezTo>
                <a:cubicBezTo>
                  <a:pt x="231170" y="723917"/>
                  <a:pt x="254043" y="736181"/>
                  <a:pt x="265436" y="755609"/>
                </a:cubicBezTo>
                <a:cubicBezTo>
                  <a:pt x="273963" y="769971"/>
                  <a:pt x="281726" y="770130"/>
                  <a:pt x="302333" y="756567"/>
                </a:cubicBezTo>
                <a:cubicBezTo>
                  <a:pt x="317894" y="746247"/>
                  <a:pt x="332387" y="745814"/>
                  <a:pt x="346481" y="751853"/>
                </a:cubicBezTo>
                <a:cubicBezTo>
                  <a:pt x="354007" y="754830"/>
                  <a:pt x="358771" y="759448"/>
                  <a:pt x="364449" y="763428"/>
                </a:cubicBezTo>
                <a:cubicBezTo>
                  <a:pt x="392910" y="784156"/>
                  <a:pt x="422762" y="804202"/>
                  <a:pt x="467363" y="815678"/>
                </a:cubicBezTo>
                <a:cubicBezTo>
                  <a:pt x="487199" y="820933"/>
                  <a:pt x="508355" y="824672"/>
                  <a:pt x="537693" y="816781"/>
                </a:cubicBezTo>
                <a:cubicBezTo>
                  <a:pt x="518386" y="812039"/>
                  <a:pt x="499567" y="812852"/>
                  <a:pt x="482019" y="811593"/>
                </a:cubicBezTo>
                <a:cubicBezTo>
                  <a:pt x="464472" y="810335"/>
                  <a:pt x="454949" y="806693"/>
                  <a:pt x="467050" y="795557"/>
                </a:cubicBezTo>
                <a:cubicBezTo>
                  <a:pt x="473772" y="789371"/>
                  <a:pt x="472878" y="784693"/>
                  <a:pt x="465734" y="780562"/>
                </a:cubicBezTo>
                <a:cubicBezTo>
                  <a:pt x="442763" y="767188"/>
                  <a:pt x="430336" y="747011"/>
                  <a:pt x="384526" y="749353"/>
                </a:cubicBezTo>
                <a:cubicBezTo>
                  <a:pt x="382123" y="749564"/>
                  <a:pt x="379622" y="748664"/>
                  <a:pt x="377146" y="748041"/>
                </a:cubicBezTo>
                <a:cubicBezTo>
                  <a:pt x="367744" y="745789"/>
                  <a:pt x="357358" y="743342"/>
                  <a:pt x="360089" y="735827"/>
                </a:cubicBezTo>
                <a:cubicBezTo>
                  <a:pt x="363301" y="728269"/>
                  <a:pt x="375652" y="725506"/>
                  <a:pt x="386634" y="723703"/>
                </a:cubicBezTo>
                <a:cubicBezTo>
                  <a:pt x="414823" y="719269"/>
                  <a:pt x="437543" y="724271"/>
                  <a:pt x="459375" y="730191"/>
                </a:cubicBezTo>
                <a:cubicBezTo>
                  <a:pt x="512487" y="744837"/>
                  <a:pt x="556932" y="765561"/>
                  <a:pt x="603200" y="785006"/>
                </a:cubicBezTo>
                <a:cubicBezTo>
                  <a:pt x="672604" y="814173"/>
                  <a:pt x="734250" y="848778"/>
                  <a:pt x="810521" y="873425"/>
                </a:cubicBezTo>
                <a:cubicBezTo>
                  <a:pt x="1037317" y="946423"/>
                  <a:pt x="1260943" y="1021938"/>
                  <a:pt x="1494102" y="1090180"/>
                </a:cubicBezTo>
                <a:cubicBezTo>
                  <a:pt x="1580109" y="1115371"/>
                  <a:pt x="1667892" y="1138728"/>
                  <a:pt x="1756565" y="1161167"/>
                </a:cubicBezTo>
                <a:cubicBezTo>
                  <a:pt x="1756899" y="1159458"/>
                  <a:pt x="1757282" y="1158305"/>
                  <a:pt x="1757592" y="1156319"/>
                </a:cubicBezTo>
                <a:cubicBezTo>
                  <a:pt x="1757470" y="1154931"/>
                  <a:pt x="1757324" y="1153264"/>
                  <a:pt x="1757202" y="1151876"/>
                </a:cubicBezTo>
                <a:cubicBezTo>
                  <a:pt x="1694452" y="1137796"/>
                  <a:pt x="1632540" y="1122242"/>
                  <a:pt x="1572453" y="1105409"/>
                </a:cubicBezTo>
                <a:cubicBezTo>
                  <a:pt x="1424942" y="1063789"/>
                  <a:pt x="1288864" y="1014450"/>
                  <a:pt x="1171972" y="951953"/>
                </a:cubicBezTo>
                <a:cubicBezTo>
                  <a:pt x="1162328" y="946924"/>
                  <a:pt x="1152112" y="946421"/>
                  <a:pt x="1137334" y="949118"/>
                </a:cubicBezTo>
                <a:cubicBezTo>
                  <a:pt x="1089682" y="958058"/>
                  <a:pt x="1074050" y="951035"/>
                  <a:pt x="1081493" y="925476"/>
                </a:cubicBezTo>
                <a:cubicBezTo>
                  <a:pt x="1083360" y="919155"/>
                  <a:pt x="1083403" y="914115"/>
                  <a:pt x="1074768" y="909555"/>
                </a:cubicBezTo>
                <a:cubicBezTo>
                  <a:pt x="1036165" y="889158"/>
                  <a:pt x="995714" y="869763"/>
                  <a:pt x="952019" y="852050"/>
                </a:cubicBezTo>
                <a:cubicBezTo>
                  <a:pt x="871170" y="819410"/>
                  <a:pt x="784821" y="790332"/>
                  <a:pt x="709017" y="754450"/>
                </a:cubicBezTo>
                <a:cubicBezTo>
                  <a:pt x="686747" y="743533"/>
                  <a:pt x="669617" y="730485"/>
                  <a:pt x="659046" y="714902"/>
                </a:cubicBezTo>
                <a:cubicBezTo>
                  <a:pt x="655674" y="709602"/>
                  <a:pt x="653624" y="702786"/>
                  <a:pt x="664793" y="697608"/>
                </a:cubicBezTo>
                <a:cubicBezTo>
                  <a:pt x="675483" y="692472"/>
                  <a:pt x="684069" y="696476"/>
                  <a:pt x="692052" y="699133"/>
                </a:cubicBezTo>
                <a:cubicBezTo>
                  <a:pt x="725451" y="709913"/>
                  <a:pt x="759355" y="720929"/>
                  <a:pt x="792779" y="731987"/>
                </a:cubicBezTo>
                <a:cubicBezTo>
                  <a:pt x="826682" y="743003"/>
                  <a:pt x="860155" y="754616"/>
                  <a:pt x="895574" y="766338"/>
                </a:cubicBezTo>
                <a:cubicBezTo>
                  <a:pt x="897416" y="759741"/>
                  <a:pt x="890085" y="758985"/>
                  <a:pt x="886044" y="757101"/>
                </a:cubicBezTo>
                <a:cubicBezTo>
                  <a:pt x="828975" y="730489"/>
                  <a:pt x="766861" y="707118"/>
                  <a:pt x="702924" y="685027"/>
                </a:cubicBezTo>
                <a:cubicBezTo>
                  <a:pt x="653460" y="667821"/>
                  <a:pt x="605342" y="649378"/>
                  <a:pt x="571540" y="622962"/>
                </a:cubicBezTo>
                <a:cubicBezTo>
                  <a:pt x="558524" y="612632"/>
                  <a:pt x="551227" y="601239"/>
                  <a:pt x="552940" y="587657"/>
                </a:cubicBezTo>
                <a:cubicBezTo>
                  <a:pt x="553537" y="583407"/>
                  <a:pt x="554132" y="579157"/>
                  <a:pt x="563623" y="576925"/>
                </a:cubicBezTo>
                <a:cubicBezTo>
                  <a:pt x="571217" y="575139"/>
                  <a:pt x="576243" y="577216"/>
                  <a:pt x="580332" y="579656"/>
                </a:cubicBezTo>
                <a:cubicBezTo>
                  <a:pt x="587500" y="584063"/>
                  <a:pt x="594668" y="588471"/>
                  <a:pt x="604623" y="591516"/>
                </a:cubicBezTo>
                <a:cubicBezTo>
                  <a:pt x="664350" y="609779"/>
                  <a:pt x="720426" y="630601"/>
                  <a:pt x="775136" y="652383"/>
                </a:cubicBezTo>
                <a:cubicBezTo>
                  <a:pt x="864952" y="687874"/>
                  <a:pt x="953882" y="724283"/>
                  <a:pt x="1057795" y="749301"/>
                </a:cubicBezTo>
                <a:cubicBezTo>
                  <a:pt x="1096889" y="758742"/>
                  <a:pt x="1137304" y="766668"/>
                  <a:pt x="1183454" y="768213"/>
                </a:cubicBezTo>
                <a:cubicBezTo>
                  <a:pt x="1181768" y="765563"/>
                  <a:pt x="1178737" y="764150"/>
                  <a:pt x="1175732" y="763015"/>
                </a:cubicBezTo>
                <a:cubicBezTo>
                  <a:pt x="1075170" y="726508"/>
                  <a:pt x="977850" y="688319"/>
                  <a:pt x="888743" y="644370"/>
                </a:cubicBezTo>
                <a:cubicBezTo>
                  <a:pt x="778881" y="590211"/>
                  <a:pt x="683912" y="529148"/>
                  <a:pt x="615490" y="455960"/>
                </a:cubicBezTo>
                <a:cubicBezTo>
                  <a:pt x="612312" y="452882"/>
                  <a:pt x="610122" y="449996"/>
                  <a:pt x="602432" y="450671"/>
                </a:cubicBezTo>
                <a:cubicBezTo>
                  <a:pt x="582748" y="452678"/>
                  <a:pt x="580338" y="447293"/>
                  <a:pt x="582418" y="437876"/>
                </a:cubicBezTo>
                <a:cubicBezTo>
                  <a:pt x="588134" y="414707"/>
                  <a:pt x="573498" y="396964"/>
                  <a:pt x="539211" y="387101"/>
                </a:cubicBezTo>
                <a:cubicBezTo>
                  <a:pt x="514350" y="379769"/>
                  <a:pt x="493430" y="373210"/>
                  <a:pt x="519748" y="352990"/>
                </a:cubicBezTo>
                <a:cubicBezTo>
                  <a:pt x="526113" y="348234"/>
                  <a:pt x="523173" y="342336"/>
                  <a:pt x="520282" y="336993"/>
                </a:cubicBezTo>
                <a:cubicBezTo>
                  <a:pt x="516186" y="328957"/>
                  <a:pt x="507910" y="322968"/>
                  <a:pt x="498650" y="316785"/>
                </a:cubicBezTo>
                <a:cubicBezTo>
                  <a:pt x="493501" y="313319"/>
                  <a:pt x="487271" y="308549"/>
                  <a:pt x="493610" y="303515"/>
                </a:cubicBezTo>
                <a:cubicBezTo>
                  <a:pt x="500838" y="297564"/>
                  <a:pt x="511247" y="300288"/>
                  <a:pt x="519565" y="301237"/>
                </a:cubicBezTo>
                <a:cubicBezTo>
                  <a:pt x="557715" y="305444"/>
                  <a:pt x="581118" y="318221"/>
                  <a:pt x="592560" y="338204"/>
                </a:cubicBezTo>
                <a:cubicBezTo>
                  <a:pt x="599979" y="350985"/>
                  <a:pt x="609184" y="351016"/>
                  <a:pt x="627076" y="339652"/>
                </a:cubicBezTo>
                <a:cubicBezTo>
                  <a:pt x="647275" y="326965"/>
                  <a:pt x="664147" y="326044"/>
                  <a:pt x="679640" y="336997"/>
                </a:cubicBezTo>
                <a:cubicBezTo>
                  <a:pt x="692054" y="345981"/>
                  <a:pt x="702112" y="355732"/>
                  <a:pt x="716352" y="363437"/>
                </a:cubicBezTo>
                <a:cubicBezTo>
                  <a:pt x="754546" y="384710"/>
                  <a:pt x="790508" y="408138"/>
                  <a:pt x="869745" y="400343"/>
                </a:cubicBezTo>
                <a:cubicBezTo>
                  <a:pt x="847718" y="392203"/>
                  <a:pt x="825656" y="394699"/>
                  <a:pt x="806641" y="393290"/>
                </a:cubicBezTo>
                <a:cubicBezTo>
                  <a:pt x="792988" y="392249"/>
                  <a:pt x="779165" y="389265"/>
                  <a:pt x="791435" y="380072"/>
                </a:cubicBezTo>
                <a:cubicBezTo>
                  <a:pt x="805532" y="369601"/>
                  <a:pt x="796441" y="365362"/>
                  <a:pt x="787709" y="359692"/>
                </a:cubicBezTo>
                <a:cubicBezTo>
                  <a:pt x="767647" y="346342"/>
                  <a:pt x="751260" y="330710"/>
                  <a:pt x="711071" y="330880"/>
                </a:cubicBezTo>
                <a:cubicBezTo>
                  <a:pt x="704773" y="330873"/>
                  <a:pt x="699699" y="328240"/>
                  <a:pt x="694722" y="326718"/>
                </a:cubicBezTo>
                <a:cubicBezTo>
                  <a:pt x="687749" y="324532"/>
                  <a:pt x="681713" y="321984"/>
                  <a:pt x="684613" y="316412"/>
                </a:cubicBezTo>
                <a:cubicBezTo>
                  <a:pt x="687565" y="311396"/>
                  <a:pt x="694531" y="307986"/>
                  <a:pt x="703615" y="306629"/>
                </a:cubicBezTo>
                <a:cubicBezTo>
                  <a:pt x="711738" y="305356"/>
                  <a:pt x="720365" y="304319"/>
                  <a:pt x="728585" y="304157"/>
                </a:cubicBezTo>
                <a:cubicBezTo>
                  <a:pt x="765287" y="302895"/>
                  <a:pt x="791378" y="313197"/>
                  <a:pt x="817397" y="322666"/>
                </a:cubicBezTo>
                <a:cubicBezTo>
                  <a:pt x="908436" y="355531"/>
                  <a:pt x="989341" y="394323"/>
                  <a:pt x="1073943" y="431110"/>
                </a:cubicBezTo>
                <a:cubicBezTo>
                  <a:pt x="1158521" y="467620"/>
                  <a:pt x="1256741" y="493978"/>
                  <a:pt x="1349484" y="524175"/>
                </a:cubicBezTo>
                <a:cubicBezTo>
                  <a:pt x="1563417" y="594105"/>
                  <a:pt x="1778287" y="663672"/>
                  <a:pt x="2004921" y="723811"/>
                </a:cubicBezTo>
                <a:cubicBezTo>
                  <a:pt x="2226580" y="782429"/>
                  <a:pt x="2967159" y="809769"/>
                  <a:pt x="3111348" y="808027"/>
                </a:cubicBezTo>
                <a:cubicBezTo>
                  <a:pt x="3295676" y="805559"/>
                  <a:pt x="3730204" y="773014"/>
                  <a:pt x="4173417" y="745585"/>
                </a:cubicBezTo>
                <a:cubicBezTo>
                  <a:pt x="4223504" y="742307"/>
                  <a:pt x="4272653" y="739393"/>
                  <a:pt x="4324760" y="737057"/>
                </a:cubicBezTo>
                <a:cubicBezTo>
                  <a:pt x="5801059" y="670156"/>
                  <a:pt x="6841344" y="326433"/>
                  <a:pt x="6893789" y="305879"/>
                </a:cubicBezTo>
                <a:cubicBezTo>
                  <a:pt x="6978091" y="273014"/>
                  <a:pt x="7258655" y="208091"/>
                  <a:pt x="7259184" y="208604"/>
                </a:cubicBezTo>
                <a:cubicBezTo>
                  <a:pt x="7265440" y="213652"/>
                  <a:pt x="7297274" y="217644"/>
                  <a:pt x="7323059" y="220312"/>
                </a:cubicBezTo>
                <a:lnTo>
                  <a:pt x="7347572" y="222730"/>
                </a:lnTo>
                <a:lnTo>
                  <a:pt x="7350636" y="224083"/>
                </a:lnTo>
                <a:cubicBezTo>
                  <a:pt x="7359607" y="224205"/>
                  <a:pt x="7359159" y="223929"/>
                  <a:pt x="7353245" y="223290"/>
                </a:cubicBezTo>
                <a:lnTo>
                  <a:pt x="7347572" y="222730"/>
                </a:lnTo>
                <a:lnTo>
                  <a:pt x="7342573" y="220523"/>
                </a:lnTo>
                <a:cubicBezTo>
                  <a:pt x="7341302" y="218466"/>
                  <a:pt x="7341191" y="215818"/>
                  <a:pt x="7341465" y="213415"/>
                </a:cubicBezTo>
                <a:cubicBezTo>
                  <a:pt x="7342771" y="200707"/>
                  <a:pt x="7352468" y="189782"/>
                  <a:pt x="7375606" y="182994"/>
                </a:cubicBezTo>
                <a:cubicBezTo>
                  <a:pt x="7397808" y="176568"/>
                  <a:pt x="7420538" y="170655"/>
                  <a:pt x="7443270" y="164742"/>
                </a:cubicBezTo>
                <a:cubicBezTo>
                  <a:pt x="7462204" y="159722"/>
                  <a:pt x="7475181" y="158583"/>
                  <a:pt x="7478299" y="172021"/>
                </a:cubicBezTo>
                <a:cubicBezTo>
                  <a:pt x="7481416" y="185460"/>
                  <a:pt x="7508389" y="189249"/>
                  <a:pt x="7524024" y="179761"/>
                </a:cubicBezTo>
                <a:cubicBezTo>
                  <a:pt x="7585174" y="142492"/>
                  <a:pt x="7658615" y="112820"/>
                  <a:pt x="7727944" y="80430"/>
                </a:cubicBezTo>
                <a:cubicBezTo>
                  <a:pt x="7776349" y="57992"/>
                  <a:pt x="7827303" y="37009"/>
                  <a:pt x="7867024" y="9456"/>
                </a:cubicBezTo>
                <a:cubicBezTo>
                  <a:pt x="7874326" y="4338"/>
                  <a:pt x="7880999" y="-2404"/>
                  <a:pt x="7894848" y="858"/>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3251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593" name="Rectangle 2359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88" name="Rectangle 2">
            <a:extLst>
              <a:ext uri="{FF2B5EF4-FFF2-40B4-BE49-F238E27FC236}">
                <a16:creationId xmlns:a16="http://schemas.microsoft.com/office/drawing/2014/main" id="{14FEE679-8A08-4CCC-80DD-B4F1EA9796D5}"/>
              </a:ext>
            </a:extLst>
          </p:cNvPr>
          <p:cNvSpPr txBox="1">
            <a:spLocks noChangeArrowheads="1"/>
          </p:cNvSpPr>
          <p:nvPr/>
        </p:nvSpPr>
        <p:spPr bwMode="auto">
          <a:xfrm>
            <a:off x="572493" y="238539"/>
            <a:ext cx="11018520" cy="143441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normAutofit/>
          </a:bodyPr>
          <a:lstStyle>
            <a:lvl1pPr defTabSz="457200">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37931725" indent="-37474525" defTabSz="45720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defTabSz="4572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defTabSz="914400">
              <a:lnSpc>
                <a:spcPct val="90000"/>
              </a:lnSpc>
              <a:spcBef>
                <a:spcPct val="0"/>
              </a:spcBef>
              <a:buNone/>
            </a:pPr>
            <a:r>
              <a:rPr lang="en-US" altLang="en-US" sz="5400" i="0">
                <a:solidFill>
                  <a:schemeClr val="tx1"/>
                </a:solidFill>
                <a:latin typeface="+mj-lt"/>
                <a:ea typeface="+mj-ea"/>
                <a:cs typeface="+mj-cs"/>
              </a:rPr>
              <a:t>Learning outcomes:</a:t>
            </a:r>
          </a:p>
        </p:txBody>
      </p:sp>
      <p:sp>
        <p:nvSpPr>
          <p:cNvPr id="2359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87" name="Rectangle 36">
            <a:extLst>
              <a:ext uri="{FF2B5EF4-FFF2-40B4-BE49-F238E27FC236}">
                <a16:creationId xmlns:a16="http://schemas.microsoft.com/office/drawing/2014/main" id="{87104AD0-F66A-4710-92F2-7315260BFE16}"/>
              </a:ext>
            </a:extLst>
          </p:cNvPr>
          <p:cNvSpPr>
            <a:spLocks noChangeArrowheads="1"/>
          </p:cNvSpPr>
          <p:nvPr/>
        </p:nvSpPr>
        <p:spPr bwMode="auto">
          <a:xfrm>
            <a:off x="572493" y="2071316"/>
            <a:ext cx="6713552" cy="411917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chor="t">
            <a:normAutofit/>
          </a:bodyPr>
          <a:lstStyle>
            <a:lvl1pPr marL="457200" indent="-457200">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indent="-228600">
              <a:lnSpc>
                <a:spcPct val="90000"/>
              </a:lnSpc>
              <a:buFont typeface="Arial" panose="020B0604020202020204" pitchFamily="34" charset="0"/>
              <a:buChar char="•"/>
            </a:pPr>
            <a:r>
              <a:rPr lang="en-US" sz="1700" b="1" i="0">
                <a:solidFill>
                  <a:schemeClr val="tx1"/>
                </a:solidFill>
                <a:effectLst/>
                <a:latin typeface="+mn-lt"/>
                <a:ea typeface="+mn-ea"/>
              </a:rPr>
              <a:t>Define Computer Architecture:</a:t>
            </a:r>
            <a:r>
              <a:rPr lang="en-US" sz="1700" b="0" i="0">
                <a:solidFill>
                  <a:schemeClr val="tx1"/>
                </a:solidFill>
                <a:effectLst/>
                <a:latin typeface="+mn-lt"/>
                <a:ea typeface="+mn-ea"/>
              </a:rPr>
              <a:t> Students will be able to define the term "computer architecture" and explain its significance in understanding the organization of computer systems.</a:t>
            </a:r>
          </a:p>
          <a:p>
            <a:pPr indent="-228600">
              <a:lnSpc>
                <a:spcPct val="90000"/>
              </a:lnSpc>
              <a:buFont typeface="Arial" panose="020B0604020202020204" pitchFamily="34" charset="0"/>
              <a:buChar char="•"/>
            </a:pPr>
            <a:r>
              <a:rPr lang="en-US" sz="1700" b="1" i="0">
                <a:solidFill>
                  <a:schemeClr val="tx1"/>
                </a:solidFill>
                <a:effectLst/>
                <a:latin typeface="+mn-lt"/>
                <a:ea typeface="+mn-ea"/>
              </a:rPr>
              <a:t>Identify Key Components:</a:t>
            </a:r>
            <a:r>
              <a:rPr lang="en-US" sz="1700" b="0" i="0">
                <a:solidFill>
                  <a:schemeClr val="tx1"/>
                </a:solidFill>
                <a:effectLst/>
                <a:latin typeface="+mn-lt"/>
                <a:ea typeface="+mn-ea"/>
              </a:rPr>
              <a:t> Students will be able to identify and describe the main components of a computer system, including the Central Processing Unit (CPU), memory, and Input/Output (I/O) devices.</a:t>
            </a:r>
          </a:p>
          <a:p>
            <a:pPr indent="-228600">
              <a:lnSpc>
                <a:spcPct val="90000"/>
              </a:lnSpc>
              <a:buFont typeface="Arial" panose="020B0604020202020204" pitchFamily="34" charset="0"/>
              <a:buChar char="•"/>
            </a:pPr>
            <a:r>
              <a:rPr lang="en-US" sz="1700" b="1" i="0">
                <a:solidFill>
                  <a:schemeClr val="tx1"/>
                </a:solidFill>
                <a:effectLst/>
                <a:latin typeface="+mn-lt"/>
                <a:ea typeface="+mn-ea"/>
              </a:rPr>
              <a:t>Differentiate Instruction Set Architectures:</a:t>
            </a:r>
            <a:r>
              <a:rPr lang="en-US" sz="1700" b="0" i="0">
                <a:solidFill>
                  <a:schemeClr val="tx1"/>
                </a:solidFill>
                <a:effectLst/>
                <a:latin typeface="+mn-lt"/>
                <a:ea typeface="+mn-ea"/>
              </a:rPr>
              <a:t> Students will be able to differentiate between different types of Instruction Set Architectures (ISAs), such as Complex Instruction Set Computer (CISC) and Reduced Instruction Set Computer (RISC).</a:t>
            </a:r>
          </a:p>
          <a:p>
            <a:pPr indent="-228600">
              <a:lnSpc>
                <a:spcPct val="90000"/>
              </a:lnSpc>
              <a:buFont typeface="Arial" panose="020B0604020202020204" pitchFamily="34" charset="0"/>
              <a:buChar char="•"/>
            </a:pPr>
            <a:r>
              <a:rPr lang="en-US" sz="1700" i="0">
                <a:solidFill>
                  <a:schemeClr val="tx1"/>
                </a:solidFill>
                <a:latin typeface="+mn-lt"/>
                <a:ea typeface="+mn-ea"/>
              </a:rPr>
              <a:t>Determine performance: </a:t>
            </a:r>
            <a:r>
              <a:rPr lang="en-US" sz="1700" b="0" i="0">
                <a:solidFill>
                  <a:schemeClr val="tx1"/>
                </a:solidFill>
                <a:latin typeface="+mn-lt"/>
                <a:ea typeface="+mn-ea"/>
              </a:rPr>
              <a:t>Students will be able to calculate performance based on execution time with a given instruction count, clock rate, and CPI.</a:t>
            </a:r>
            <a:endParaRPr lang="en-US" sz="1700" b="0" i="0">
              <a:solidFill>
                <a:schemeClr val="tx1"/>
              </a:solidFill>
              <a:effectLst/>
              <a:latin typeface="+mn-lt"/>
              <a:ea typeface="+mn-ea"/>
            </a:endParaRPr>
          </a:p>
          <a:p>
            <a:pPr marL="0" indent="-228600">
              <a:lnSpc>
                <a:spcPct val="90000"/>
              </a:lnSpc>
              <a:buFont typeface="Arial" panose="020B0604020202020204" pitchFamily="34" charset="0"/>
              <a:buChar char="•"/>
            </a:pPr>
            <a:endParaRPr lang="en-US" sz="1700" b="0" i="0">
              <a:solidFill>
                <a:schemeClr val="tx1"/>
              </a:solidFill>
              <a:effectLst/>
              <a:latin typeface="+mn-lt"/>
              <a:ea typeface="+mn-ea"/>
            </a:endParaRPr>
          </a:p>
          <a:p>
            <a:pPr marL="0" indent="-228600">
              <a:lnSpc>
                <a:spcPct val="90000"/>
              </a:lnSpc>
              <a:spcBef>
                <a:spcPct val="0"/>
              </a:spcBef>
              <a:spcAft>
                <a:spcPct val="0"/>
              </a:spcAft>
              <a:buFont typeface="Arial" panose="020B0604020202020204" pitchFamily="34" charset="0"/>
              <a:buChar char="•"/>
            </a:pPr>
            <a:endParaRPr lang="en-US" altLang="en-US" sz="1700" b="0" i="0">
              <a:solidFill>
                <a:schemeClr val="tx1"/>
              </a:solidFill>
              <a:latin typeface="+mn-lt"/>
              <a:ea typeface="+mn-ea"/>
            </a:endParaRPr>
          </a:p>
        </p:txBody>
      </p:sp>
      <p:pic>
        <p:nvPicPr>
          <p:cNvPr id="2050" name="Picture 2" descr="What is computer architecture? - University of Sunderland">
            <a:extLst>
              <a:ext uri="{FF2B5EF4-FFF2-40B4-BE49-F238E27FC236}">
                <a16:creationId xmlns:a16="http://schemas.microsoft.com/office/drawing/2014/main" id="{2A7D894A-2036-794E-4300-F7C686DA447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185" r="24903" b="2"/>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0770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4">
            <a:extLst>
              <a:ext uri="{FF2B5EF4-FFF2-40B4-BE49-F238E27FC236}">
                <a16:creationId xmlns:a16="http://schemas.microsoft.com/office/drawing/2014/main" id="{D3DA37E6-383D-4B04-B0AF-FB3E1D9E92EA}"/>
              </a:ext>
            </a:extLst>
          </p:cNvPr>
          <p:cNvSpPr>
            <a:spLocks noChangeArrowheads="1"/>
          </p:cNvSpPr>
          <p:nvPr/>
        </p:nvSpPr>
        <p:spPr bwMode="auto">
          <a:xfrm>
            <a:off x="2317750" y="1943100"/>
            <a:ext cx="2400300" cy="4699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imes New Roman" panose="02020603050405020304" pitchFamily="18" charset="0"/>
            </a:endParaRPr>
          </a:p>
        </p:txBody>
      </p:sp>
      <p:sp>
        <p:nvSpPr>
          <p:cNvPr id="23556" name="Line 5">
            <a:extLst>
              <a:ext uri="{FF2B5EF4-FFF2-40B4-BE49-F238E27FC236}">
                <a16:creationId xmlns:a16="http://schemas.microsoft.com/office/drawing/2014/main" id="{B81CC844-59E2-4E14-AB47-155046D7192C}"/>
              </a:ext>
            </a:extLst>
          </p:cNvPr>
          <p:cNvSpPr>
            <a:spLocks noChangeShapeType="1"/>
          </p:cNvSpPr>
          <p:nvPr/>
        </p:nvSpPr>
        <p:spPr bwMode="auto">
          <a:xfrm flipV="1">
            <a:off x="2319338" y="1455738"/>
            <a:ext cx="1535112" cy="48101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7" name="Line 6">
            <a:extLst>
              <a:ext uri="{FF2B5EF4-FFF2-40B4-BE49-F238E27FC236}">
                <a16:creationId xmlns:a16="http://schemas.microsoft.com/office/drawing/2014/main" id="{4A45A9E1-60AD-47F6-B1F5-1A3543DB5593}"/>
              </a:ext>
            </a:extLst>
          </p:cNvPr>
          <p:cNvSpPr>
            <a:spLocks noChangeShapeType="1"/>
          </p:cNvSpPr>
          <p:nvPr/>
        </p:nvSpPr>
        <p:spPr bwMode="auto">
          <a:xfrm>
            <a:off x="3868738" y="1454150"/>
            <a:ext cx="1560512"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8" name="Line 7">
            <a:extLst>
              <a:ext uri="{FF2B5EF4-FFF2-40B4-BE49-F238E27FC236}">
                <a16:creationId xmlns:a16="http://schemas.microsoft.com/office/drawing/2014/main" id="{A421A045-8A49-4FBB-ABB4-581E75B90C5F}"/>
              </a:ext>
            </a:extLst>
          </p:cNvPr>
          <p:cNvSpPr>
            <a:spLocks noChangeShapeType="1"/>
          </p:cNvSpPr>
          <p:nvPr/>
        </p:nvSpPr>
        <p:spPr bwMode="auto">
          <a:xfrm flipH="1">
            <a:off x="4700588" y="1462088"/>
            <a:ext cx="735012" cy="46831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59" name="Line 8">
            <a:extLst>
              <a:ext uri="{FF2B5EF4-FFF2-40B4-BE49-F238E27FC236}">
                <a16:creationId xmlns:a16="http://schemas.microsoft.com/office/drawing/2014/main" id="{A545864B-4836-4705-A16C-0DC0158D936F}"/>
              </a:ext>
            </a:extLst>
          </p:cNvPr>
          <p:cNvSpPr>
            <a:spLocks noChangeShapeType="1"/>
          </p:cNvSpPr>
          <p:nvPr/>
        </p:nvSpPr>
        <p:spPr bwMode="auto">
          <a:xfrm>
            <a:off x="5435600" y="1462088"/>
            <a:ext cx="0" cy="41751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60" name="Line 9">
            <a:extLst>
              <a:ext uri="{FF2B5EF4-FFF2-40B4-BE49-F238E27FC236}">
                <a16:creationId xmlns:a16="http://schemas.microsoft.com/office/drawing/2014/main" id="{D1537F99-893F-4FA1-8A04-7D83384A251B}"/>
              </a:ext>
            </a:extLst>
          </p:cNvPr>
          <p:cNvSpPr>
            <a:spLocks noChangeShapeType="1"/>
          </p:cNvSpPr>
          <p:nvPr/>
        </p:nvSpPr>
        <p:spPr bwMode="auto">
          <a:xfrm flipH="1">
            <a:off x="4675188" y="1919288"/>
            <a:ext cx="735012" cy="51911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61" name="Line 10">
            <a:extLst>
              <a:ext uri="{FF2B5EF4-FFF2-40B4-BE49-F238E27FC236}">
                <a16:creationId xmlns:a16="http://schemas.microsoft.com/office/drawing/2014/main" id="{578113AA-28ED-4C10-95AD-75F5C6A15C31}"/>
              </a:ext>
            </a:extLst>
          </p:cNvPr>
          <p:cNvSpPr>
            <a:spLocks noChangeShapeType="1"/>
          </p:cNvSpPr>
          <p:nvPr/>
        </p:nvSpPr>
        <p:spPr bwMode="auto">
          <a:xfrm>
            <a:off x="2395538" y="2317750"/>
            <a:ext cx="1916112"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62" name="Line 11">
            <a:extLst>
              <a:ext uri="{FF2B5EF4-FFF2-40B4-BE49-F238E27FC236}">
                <a16:creationId xmlns:a16="http://schemas.microsoft.com/office/drawing/2014/main" id="{36C2CC57-E63C-413A-B4B8-9B1796E02E16}"/>
              </a:ext>
            </a:extLst>
          </p:cNvPr>
          <p:cNvSpPr>
            <a:spLocks noChangeShapeType="1"/>
          </p:cNvSpPr>
          <p:nvPr/>
        </p:nvSpPr>
        <p:spPr bwMode="auto">
          <a:xfrm>
            <a:off x="4440238" y="2330450"/>
            <a:ext cx="163512"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63" name="Rectangle 12">
            <a:extLst>
              <a:ext uri="{FF2B5EF4-FFF2-40B4-BE49-F238E27FC236}">
                <a16:creationId xmlns:a16="http://schemas.microsoft.com/office/drawing/2014/main" id="{B77698B2-709D-4709-8D18-088E0A290A17}"/>
              </a:ext>
            </a:extLst>
          </p:cNvPr>
          <p:cNvSpPr>
            <a:spLocks noChangeArrowheads="1"/>
          </p:cNvSpPr>
          <p:nvPr/>
        </p:nvSpPr>
        <p:spPr bwMode="auto">
          <a:xfrm>
            <a:off x="2374901" y="2025650"/>
            <a:ext cx="1795463" cy="28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lnSpc>
                <a:spcPct val="85000"/>
              </a:lnSpc>
              <a:spcBef>
                <a:spcPct val="0"/>
              </a:spcBef>
              <a:spcAft>
                <a:spcPct val="0"/>
              </a:spcAft>
              <a:buFontTx/>
              <a:buNone/>
            </a:pPr>
            <a:r>
              <a:rPr lang="en-US" altLang="en-US" sz="1800" i="0">
                <a:solidFill>
                  <a:schemeClr val="tx1"/>
                </a:solidFill>
                <a:latin typeface="Helvetica" panose="020B0604020202020204" pitchFamily="34" charset="0"/>
              </a:rPr>
              <a:t>         Computer</a:t>
            </a:r>
          </a:p>
        </p:txBody>
      </p:sp>
      <p:grpSp>
        <p:nvGrpSpPr>
          <p:cNvPr id="2" name="Group 1">
            <a:extLst>
              <a:ext uri="{FF2B5EF4-FFF2-40B4-BE49-F238E27FC236}">
                <a16:creationId xmlns:a16="http://schemas.microsoft.com/office/drawing/2014/main" id="{8CD7DE2B-69A1-4FC0-AFCB-B38DD8EBDD1A}"/>
              </a:ext>
            </a:extLst>
          </p:cNvPr>
          <p:cNvGrpSpPr/>
          <p:nvPr/>
        </p:nvGrpSpPr>
        <p:grpSpPr>
          <a:xfrm>
            <a:off x="3606800" y="2641600"/>
            <a:ext cx="5143500" cy="2857500"/>
            <a:chOff x="3606800" y="2641600"/>
            <a:chExt cx="5143500" cy="2857500"/>
          </a:xfrm>
        </p:grpSpPr>
        <p:sp>
          <p:nvSpPr>
            <p:cNvPr id="23554" name="Rectangle 3">
              <a:extLst>
                <a:ext uri="{FF2B5EF4-FFF2-40B4-BE49-F238E27FC236}">
                  <a16:creationId xmlns:a16="http://schemas.microsoft.com/office/drawing/2014/main" id="{D1FE9FD1-3EC0-45D3-929E-25D237FB09D1}"/>
                </a:ext>
              </a:extLst>
            </p:cNvPr>
            <p:cNvSpPr>
              <a:spLocks noChangeArrowheads="1"/>
            </p:cNvSpPr>
            <p:nvPr/>
          </p:nvSpPr>
          <p:spPr bwMode="auto">
            <a:xfrm>
              <a:off x="3606800" y="2641600"/>
              <a:ext cx="5143500" cy="28575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imes New Roman" panose="02020603050405020304" pitchFamily="18" charset="0"/>
              </a:endParaRPr>
            </a:p>
          </p:txBody>
        </p:sp>
        <p:sp>
          <p:nvSpPr>
            <p:cNvPr id="23564" name="Rectangle 13">
              <a:extLst>
                <a:ext uri="{FF2B5EF4-FFF2-40B4-BE49-F238E27FC236}">
                  <a16:creationId xmlns:a16="http://schemas.microsoft.com/office/drawing/2014/main" id="{69C4DDB3-B29A-4B3F-BD46-D0E38F0F379B}"/>
                </a:ext>
              </a:extLst>
            </p:cNvPr>
            <p:cNvSpPr>
              <a:spLocks noChangeArrowheads="1"/>
            </p:cNvSpPr>
            <p:nvPr/>
          </p:nvSpPr>
          <p:spPr bwMode="auto">
            <a:xfrm>
              <a:off x="3987800" y="3048000"/>
              <a:ext cx="1460500" cy="21971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imes New Roman" panose="02020603050405020304" pitchFamily="18" charset="0"/>
              </a:endParaRPr>
            </a:p>
          </p:txBody>
        </p:sp>
        <p:sp>
          <p:nvSpPr>
            <p:cNvPr id="23565" name="Rectangle 14">
              <a:extLst>
                <a:ext uri="{FF2B5EF4-FFF2-40B4-BE49-F238E27FC236}">
                  <a16:creationId xmlns:a16="http://schemas.microsoft.com/office/drawing/2014/main" id="{4CC52FEB-9AA5-48AF-A466-A5DFE47448E0}"/>
                </a:ext>
              </a:extLst>
            </p:cNvPr>
            <p:cNvSpPr>
              <a:spLocks noChangeArrowheads="1"/>
            </p:cNvSpPr>
            <p:nvPr/>
          </p:nvSpPr>
          <p:spPr bwMode="auto">
            <a:xfrm>
              <a:off x="3994150" y="3100389"/>
              <a:ext cx="1371600"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spcAft>
                  <a:spcPct val="0"/>
                </a:spcAft>
                <a:buFontTx/>
                <a:buNone/>
              </a:pPr>
              <a:r>
                <a:rPr lang="en-US" altLang="en-US" sz="1800" i="0">
                  <a:solidFill>
                    <a:schemeClr val="tx1"/>
                  </a:solidFill>
                  <a:latin typeface="Helvetica" panose="020B0604020202020204" pitchFamily="34" charset="0"/>
                </a:rPr>
                <a:t> Processor </a:t>
              </a:r>
              <a:br>
                <a:rPr lang="en-US" altLang="en-US" sz="1800" i="0">
                  <a:solidFill>
                    <a:schemeClr val="tx1"/>
                  </a:solidFill>
                  <a:latin typeface="Helvetica" panose="020B0604020202020204" pitchFamily="34" charset="0"/>
                </a:rPr>
              </a:br>
              <a:r>
                <a:rPr lang="en-US" altLang="en-US" sz="1800" i="0">
                  <a:solidFill>
                    <a:schemeClr val="tx1"/>
                  </a:solidFill>
                  <a:latin typeface="Helvetica" panose="020B0604020202020204" pitchFamily="34" charset="0"/>
                </a:rPr>
                <a:t>(CPU)</a:t>
              </a:r>
            </a:p>
            <a:p>
              <a:pPr algn="ctr" eaLnBrk="1" hangingPunct="1">
                <a:lnSpc>
                  <a:spcPct val="85000"/>
                </a:lnSpc>
                <a:spcBef>
                  <a:spcPct val="0"/>
                </a:spcBef>
                <a:spcAft>
                  <a:spcPct val="0"/>
                </a:spcAft>
                <a:buFontTx/>
                <a:buNone/>
              </a:pPr>
              <a:r>
                <a:rPr lang="en-US" altLang="en-US" sz="1800" i="0">
                  <a:solidFill>
                    <a:schemeClr val="tx1"/>
                  </a:solidFill>
                  <a:latin typeface="Helvetica" panose="020B0604020202020204" pitchFamily="34" charset="0"/>
                </a:rPr>
                <a:t> </a:t>
              </a:r>
              <a:endParaRPr lang="en-US" altLang="en-US" sz="1200" b="0" i="0">
                <a:solidFill>
                  <a:schemeClr val="tx1"/>
                </a:solidFill>
                <a:latin typeface="Helvetica" panose="020B0604020202020204" pitchFamily="34" charset="0"/>
              </a:endParaRPr>
            </a:p>
          </p:txBody>
        </p:sp>
        <p:sp>
          <p:nvSpPr>
            <p:cNvPr id="23566" name="Rectangle 15">
              <a:extLst>
                <a:ext uri="{FF2B5EF4-FFF2-40B4-BE49-F238E27FC236}">
                  <a16:creationId xmlns:a16="http://schemas.microsoft.com/office/drawing/2014/main" id="{6D1B961F-73A0-413B-9EEF-5C10AE6783CA}"/>
                </a:ext>
              </a:extLst>
            </p:cNvPr>
            <p:cNvSpPr>
              <a:spLocks noChangeArrowheads="1"/>
            </p:cNvSpPr>
            <p:nvPr/>
          </p:nvSpPr>
          <p:spPr bwMode="auto">
            <a:xfrm>
              <a:off x="5638800" y="3048000"/>
              <a:ext cx="1333500" cy="22225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imes New Roman" panose="02020603050405020304" pitchFamily="18" charset="0"/>
              </a:endParaRPr>
            </a:p>
          </p:txBody>
        </p:sp>
        <p:sp>
          <p:nvSpPr>
            <p:cNvPr id="23567" name="Rectangle 16">
              <a:extLst>
                <a:ext uri="{FF2B5EF4-FFF2-40B4-BE49-F238E27FC236}">
                  <a16:creationId xmlns:a16="http://schemas.microsoft.com/office/drawing/2014/main" id="{C4A1DD2E-A12E-41E8-94D4-9C80051C9C7D}"/>
                </a:ext>
              </a:extLst>
            </p:cNvPr>
            <p:cNvSpPr>
              <a:spLocks noChangeArrowheads="1"/>
            </p:cNvSpPr>
            <p:nvPr/>
          </p:nvSpPr>
          <p:spPr bwMode="auto">
            <a:xfrm>
              <a:off x="7137400" y="3048000"/>
              <a:ext cx="1333500" cy="22225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imes New Roman" panose="02020603050405020304" pitchFamily="18" charset="0"/>
              </a:endParaRPr>
            </a:p>
          </p:txBody>
        </p:sp>
        <p:sp>
          <p:nvSpPr>
            <p:cNvPr id="23568" name="Rectangle 17">
              <a:extLst>
                <a:ext uri="{FF2B5EF4-FFF2-40B4-BE49-F238E27FC236}">
                  <a16:creationId xmlns:a16="http://schemas.microsoft.com/office/drawing/2014/main" id="{FA09596C-83B3-48A8-9BEC-E42D4A4A09AC}"/>
                </a:ext>
              </a:extLst>
            </p:cNvPr>
            <p:cNvSpPr>
              <a:spLocks noChangeArrowheads="1"/>
            </p:cNvSpPr>
            <p:nvPr/>
          </p:nvSpPr>
          <p:spPr bwMode="auto">
            <a:xfrm>
              <a:off x="5619750" y="2736851"/>
              <a:ext cx="12065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lnSpc>
                  <a:spcPct val="85000"/>
                </a:lnSpc>
                <a:spcBef>
                  <a:spcPct val="0"/>
                </a:spcBef>
                <a:spcAft>
                  <a:spcPct val="0"/>
                </a:spcAft>
                <a:buFontTx/>
                <a:buNone/>
              </a:pPr>
              <a:r>
                <a:rPr lang="en-US" altLang="en-US" sz="1800" i="0">
                  <a:solidFill>
                    <a:schemeClr val="tx1"/>
                  </a:solidFill>
                  <a:latin typeface="Helvetica" panose="020B0604020202020204" pitchFamily="34" charset="0"/>
                </a:rPr>
                <a:t>Computer</a:t>
              </a:r>
            </a:p>
          </p:txBody>
        </p:sp>
        <p:sp>
          <p:nvSpPr>
            <p:cNvPr id="23569" name="AutoShape 18">
              <a:extLst>
                <a:ext uri="{FF2B5EF4-FFF2-40B4-BE49-F238E27FC236}">
                  <a16:creationId xmlns:a16="http://schemas.microsoft.com/office/drawing/2014/main" id="{96B9976A-10CD-402D-97FD-6645A61085EA}"/>
                </a:ext>
              </a:extLst>
            </p:cNvPr>
            <p:cNvSpPr>
              <a:spLocks noChangeArrowheads="1"/>
            </p:cNvSpPr>
            <p:nvPr/>
          </p:nvSpPr>
          <p:spPr bwMode="auto">
            <a:xfrm>
              <a:off x="4191000" y="3733800"/>
              <a:ext cx="1079500" cy="596900"/>
            </a:xfrm>
            <a:prstGeom prst="roundRect">
              <a:avLst>
                <a:gd name="adj" fmla="val 12486"/>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imes New Roman" panose="02020603050405020304" pitchFamily="18" charset="0"/>
              </a:endParaRPr>
            </a:p>
          </p:txBody>
        </p:sp>
        <p:sp>
          <p:nvSpPr>
            <p:cNvPr id="23570" name="AutoShape 19">
              <a:extLst>
                <a:ext uri="{FF2B5EF4-FFF2-40B4-BE49-F238E27FC236}">
                  <a16:creationId xmlns:a16="http://schemas.microsoft.com/office/drawing/2014/main" id="{55778B98-B5E1-4B02-A80F-402DCD1091A7}"/>
                </a:ext>
              </a:extLst>
            </p:cNvPr>
            <p:cNvSpPr>
              <a:spLocks noChangeArrowheads="1"/>
            </p:cNvSpPr>
            <p:nvPr/>
          </p:nvSpPr>
          <p:spPr bwMode="auto">
            <a:xfrm>
              <a:off x="4191000" y="4495800"/>
              <a:ext cx="1079500" cy="596900"/>
            </a:xfrm>
            <a:prstGeom prst="roundRect">
              <a:avLst>
                <a:gd name="adj" fmla="val 12486"/>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imes New Roman" panose="02020603050405020304" pitchFamily="18" charset="0"/>
              </a:endParaRPr>
            </a:p>
          </p:txBody>
        </p:sp>
        <p:sp>
          <p:nvSpPr>
            <p:cNvPr id="23571" name="Rectangle 20">
              <a:extLst>
                <a:ext uri="{FF2B5EF4-FFF2-40B4-BE49-F238E27FC236}">
                  <a16:creationId xmlns:a16="http://schemas.microsoft.com/office/drawing/2014/main" id="{30CE7FD0-20B2-4118-82E8-DA29337C49B1}"/>
                </a:ext>
              </a:extLst>
            </p:cNvPr>
            <p:cNvSpPr>
              <a:spLocks noChangeArrowheads="1"/>
            </p:cNvSpPr>
            <p:nvPr/>
          </p:nvSpPr>
          <p:spPr bwMode="auto">
            <a:xfrm>
              <a:off x="4254500" y="3810001"/>
              <a:ext cx="9398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spcAft>
                  <a:spcPct val="0"/>
                </a:spcAft>
                <a:buFontTx/>
                <a:buNone/>
              </a:pPr>
              <a:r>
                <a:rPr lang="en-US" altLang="en-US" sz="1800" i="0" u="sng">
                  <a:solidFill>
                    <a:schemeClr val="accent1"/>
                  </a:solidFill>
                  <a:latin typeface="Helvetica" panose="020B0604020202020204" pitchFamily="34" charset="0"/>
                </a:rPr>
                <a:t>Control</a:t>
              </a:r>
              <a:endParaRPr lang="en-US" altLang="en-US" sz="1800" i="0">
                <a:solidFill>
                  <a:schemeClr val="tx1"/>
                </a:solidFill>
                <a:latin typeface="Helvetica" panose="020B0604020202020204" pitchFamily="34" charset="0"/>
              </a:endParaRPr>
            </a:p>
            <a:p>
              <a:pPr algn="ctr" eaLnBrk="1" hangingPunct="1">
                <a:lnSpc>
                  <a:spcPct val="85000"/>
                </a:lnSpc>
                <a:spcBef>
                  <a:spcPct val="0"/>
                </a:spcBef>
                <a:spcAft>
                  <a:spcPct val="0"/>
                </a:spcAft>
                <a:buFontTx/>
                <a:buNone/>
              </a:pPr>
              <a:r>
                <a:rPr lang="en-US" altLang="en-US" sz="1800" b="0" i="0">
                  <a:solidFill>
                    <a:schemeClr val="tx1"/>
                  </a:solidFill>
                  <a:latin typeface="Helvetica" panose="020B0604020202020204" pitchFamily="34" charset="0"/>
                </a:rPr>
                <a:t>(“brain”)</a:t>
              </a:r>
            </a:p>
          </p:txBody>
        </p:sp>
        <p:sp>
          <p:nvSpPr>
            <p:cNvPr id="23572" name="Rectangle 21">
              <a:extLst>
                <a:ext uri="{FF2B5EF4-FFF2-40B4-BE49-F238E27FC236}">
                  <a16:creationId xmlns:a16="http://schemas.microsoft.com/office/drawing/2014/main" id="{C606408F-9A29-407B-9F80-235B1868BCE0}"/>
                </a:ext>
              </a:extLst>
            </p:cNvPr>
            <p:cNvSpPr>
              <a:spLocks noChangeArrowheads="1"/>
            </p:cNvSpPr>
            <p:nvPr/>
          </p:nvSpPr>
          <p:spPr bwMode="auto">
            <a:xfrm>
              <a:off x="4152900" y="4572001"/>
              <a:ext cx="11049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spcAft>
                  <a:spcPct val="0"/>
                </a:spcAft>
                <a:buFontTx/>
                <a:buNone/>
              </a:pPr>
              <a:r>
                <a:rPr lang="en-US" altLang="en-US" sz="1800" i="0" u="sng">
                  <a:solidFill>
                    <a:schemeClr val="accent1"/>
                  </a:solidFill>
                  <a:latin typeface="Helvetica" panose="020B0604020202020204" pitchFamily="34" charset="0"/>
                </a:rPr>
                <a:t>Datapath</a:t>
              </a:r>
              <a:endParaRPr lang="en-US" altLang="en-US" sz="1800" i="0">
                <a:solidFill>
                  <a:schemeClr val="tx1"/>
                </a:solidFill>
                <a:latin typeface="Helvetica" panose="020B0604020202020204" pitchFamily="34" charset="0"/>
              </a:endParaRPr>
            </a:p>
            <a:p>
              <a:pPr algn="ctr" eaLnBrk="1" hangingPunct="1">
                <a:lnSpc>
                  <a:spcPct val="85000"/>
                </a:lnSpc>
                <a:spcBef>
                  <a:spcPct val="0"/>
                </a:spcBef>
                <a:spcAft>
                  <a:spcPct val="0"/>
                </a:spcAft>
                <a:buFontTx/>
                <a:buNone/>
              </a:pPr>
              <a:r>
                <a:rPr lang="en-US" altLang="en-US" sz="1800" b="0" i="0">
                  <a:solidFill>
                    <a:schemeClr val="tx1"/>
                  </a:solidFill>
                  <a:latin typeface="Helvetica" panose="020B0604020202020204" pitchFamily="34" charset="0"/>
                </a:rPr>
                <a:t>(“brawn”)</a:t>
              </a:r>
            </a:p>
          </p:txBody>
        </p:sp>
        <p:sp>
          <p:nvSpPr>
            <p:cNvPr id="23573" name="Rectangle 22">
              <a:extLst>
                <a:ext uri="{FF2B5EF4-FFF2-40B4-BE49-F238E27FC236}">
                  <a16:creationId xmlns:a16="http://schemas.microsoft.com/office/drawing/2014/main" id="{7A869977-61DE-47CC-ABF0-70D3CA1DC471}"/>
                </a:ext>
              </a:extLst>
            </p:cNvPr>
            <p:cNvSpPr>
              <a:spLocks noChangeArrowheads="1"/>
            </p:cNvSpPr>
            <p:nvPr/>
          </p:nvSpPr>
          <p:spPr bwMode="auto">
            <a:xfrm>
              <a:off x="5721350" y="3244850"/>
              <a:ext cx="12192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lnSpc>
                  <a:spcPct val="85000"/>
                </a:lnSpc>
                <a:spcBef>
                  <a:spcPct val="0"/>
                </a:spcBef>
                <a:spcAft>
                  <a:spcPct val="0"/>
                </a:spcAft>
                <a:buFontTx/>
                <a:buNone/>
              </a:pPr>
              <a:r>
                <a:rPr lang="en-US" altLang="en-US" sz="1800" i="0" u="sng">
                  <a:solidFill>
                    <a:schemeClr val="accent1"/>
                  </a:solidFill>
                  <a:latin typeface="Helvetica" panose="020B0604020202020204" pitchFamily="34" charset="0"/>
                </a:rPr>
                <a:t>Memory</a:t>
              </a:r>
              <a:endParaRPr lang="en-US" altLang="en-US" sz="1800" i="0">
                <a:solidFill>
                  <a:schemeClr val="tx1"/>
                </a:solidFill>
                <a:latin typeface="Helvetica" panose="020B0604020202020204" pitchFamily="34" charset="0"/>
              </a:endParaRPr>
            </a:p>
            <a:p>
              <a:pPr eaLnBrk="1" hangingPunct="1">
                <a:lnSpc>
                  <a:spcPct val="85000"/>
                </a:lnSpc>
                <a:spcBef>
                  <a:spcPct val="0"/>
                </a:spcBef>
                <a:spcAft>
                  <a:spcPct val="0"/>
                </a:spcAft>
                <a:buFontTx/>
                <a:buNone/>
              </a:pPr>
              <a:r>
                <a:rPr lang="en-US" altLang="en-US" sz="1800" b="0" i="0">
                  <a:solidFill>
                    <a:schemeClr val="tx1"/>
                  </a:solidFill>
                  <a:latin typeface="Helvetica" panose="020B0604020202020204" pitchFamily="34" charset="0"/>
                </a:rPr>
                <a:t>(passive)</a:t>
              </a:r>
              <a:endParaRPr lang="en-US" altLang="en-US" sz="1800" i="0">
                <a:solidFill>
                  <a:schemeClr val="tx1"/>
                </a:solidFill>
                <a:latin typeface="Helvetica" panose="020B0604020202020204" pitchFamily="34" charset="0"/>
              </a:endParaRPr>
            </a:p>
            <a:p>
              <a:pPr eaLnBrk="1" hangingPunct="1">
                <a:lnSpc>
                  <a:spcPct val="85000"/>
                </a:lnSpc>
                <a:spcBef>
                  <a:spcPct val="0"/>
                </a:spcBef>
                <a:spcAft>
                  <a:spcPct val="0"/>
                </a:spcAft>
                <a:buFontTx/>
                <a:buNone/>
              </a:pPr>
              <a:endParaRPr lang="en-US" altLang="en-US" sz="1800" i="0">
                <a:solidFill>
                  <a:schemeClr val="tx1"/>
                </a:solidFill>
                <a:latin typeface="Helvetica" panose="020B0604020202020204" pitchFamily="34" charset="0"/>
              </a:endParaRPr>
            </a:p>
            <a:p>
              <a:pPr eaLnBrk="1" hangingPunct="1">
                <a:lnSpc>
                  <a:spcPct val="85000"/>
                </a:lnSpc>
                <a:spcBef>
                  <a:spcPct val="0"/>
                </a:spcBef>
                <a:spcAft>
                  <a:spcPct val="0"/>
                </a:spcAft>
                <a:buFontTx/>
                <a:buNone/>
              </a:pPr>
              <a:r>
                <a:rPr lang="en-US" altLang="en-US" sz="1800" b="0" i="0">
                  <a:solidFill>
                    <a:schemeClr val="tx1"/>
                  </a:solidFill>
                  <a:latin typeface="Helvetica" panose="020B0604020202020204" pitchFamily="34" charset="0"/>
                </a:rPr>
                <a:t>(where </a:t>
              </a:r>
            </a:p>
            <a:p>
              <a:pPr eaLnBrk="1" hangingPunct="1">
                <a:lnSpc>
                  <a:spcPct val="85000"/>
                </a:lnSpc>
                <a:spcBef>
                  <a:spcPct val="0"/>
                </a:spcBef>
                <a:spcAft>
                  <a:spcPct val="0"/>
                </a:spcAft>
                <a:buFontTx/>
                <a:buNone/>
              </a:pPr>
              <a:r>
                <a:rPr lang="en-US" altLang="en-US" sz="1800" b="0" i="0">
                  <a:solidFill>
                    <a:schemeClr val="tx1"/>
                  </a:solidFill>
                  <a:latin typeface="Helvetica" panose="020B0604020202020204" pitchFamily="34" charset="0"/>
                </a:rPr>
                <a:t>programs, </a:t>
              </a:r>
            </a:p>
            <a:p>
              <a:pPr eaLnBrk="1" hangingPunct="1">
                <a:lnSpc>
                  <a:spcPct val="85000"/>
                </a:lnSpc>
                <a:spcBef>
                  <a:spcPct val="0"/>
                </a:spcBef>
                <a:spcAft>
                  <a:spcPct val="0"/>
                </a:spcAft>
                <a:buFontTx/>
                <a:buNone/>
              </a:pPr>
              <a:r>
                <a:rPr lang="en-US" altLang="en-US" sz="1800" b="0" i="0">
                  <a:solidFill>
                    <a:schemeClr val="tx1"/>
                  </a:solidFill>
                  <a:latin typeface="Helvetica" panose="020B0604020202020204" pitchFamily="34" charset="0"/>
                </a:rPr>
                <a:t>&amp; data </a:t>
              </a:r>
            </a:p>
            <a:p>
              <a:pPr eaLnBrk="1" hangingPunct="1">
                <a:lnSpc>
                  <a:spcPct val="85000"/>
                </a:lnSpc>
                <a:spcBef>
                  <a:spcPct val="0"/>
                </a:spcBef>
                <a:spcAft>
                  <a:spcPct val="0"/>
                </a:spcAft>
                <a:buFontTx/>
                <a:buNone/>
              </a:pPr>
              <a:r>
                <a:rPr lang="en-US" altLang="en-US" sz="1800" b="0" i="0">
                  <a:solidFill>
                    <a:schemeClr val="tx1"/>
                  </a:solidFill>
                  <a:latin typeface="Helvetica" panose="020B0604020202020204" pitchFamily="34" charset="0"/>
                </a:rPr>
                <a:t>live when</a:t>
              </a:r>
            </a:p>
            <a:p>
              <a:pPr eaLnBrk="1" hangingPunct="1">
                <a:lnSpc>
                  <a:spcPct val="85000"/>
                </a:lnSpc>
                <a:spcBef>
                  <a:spcPct val="0"/>
                </a:spcBef>
                <a:spcAft>
                  <a:spcPct val="0"/>
                </a:spcAft>
                <a:buFontTx/>
                <a:buNone/>
              </a:pPr>
              <a:r>
                <a:rPr lang="en-US" altLang="en-US" sz="1800" b="0" i="0">
                  <a:solidFill>
                    <a:schemeClr val="tx1"/>
                  </a:solidFill>
                  <a:latin typeface="Helvetica" panose="020B0604020202020204" pitchFamily="34" charset="0"/>
                </a:rPr>
                <a:t>running)</a:t>
              </a:r>
            </a:p>
          </p:txBody>
        </p:sp>
        <p:sp>
          <p:nvSpPr>
            <p:cNvPr id="23574" name="Rectangle 23">
              <a:extLst>
                <a:ext uri="{FF2B5EF4-FFF2-40B4-BE49-F238E27FC236}">
                  <a16:creationId xmlns:a16="http://schemas.microsoft.com/office/drawing/2014/main" id="{8BD82725-100B-4409-859E-145E5B9BF71B}"/>
                </a:ext>
              </a:extLst>
            </p:cNvPr>
            <p:cNvSpPr>
              <a:spLocks noChangeArrowheads="1"/>
            </p:cNvSpPr>
            <p:nvPr/>
          </p:nvSpPr>
          <p:spPr bwMode="auto">
            <a:xfrm>
              <a:off x="7270750" y="3244851"/>
              <a:ext cx="990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lnSpc>
                  <a:spcPct val="85000"/>
                </a:lnSpc>
                <a:spcBef>
                  <a:spcPct val="0"/>
                </a:spcBef>
                <a:spcAft>
                  <a:spcPct val="0"/>
                </a:spcAft>
                <a:buFontTx/>
                <a:buNone/>
              </a:pPr>
              <a:r>
                <a:rPr lang="en-US" altLang="en-US" sz="1800" i="0">
                  <a:solidFill>
                    <a:schemeClr val="tx1"/>
                  </a:solidFill>
                  <a:latin typeface="Helvetica" panose="020B0604020202020204" pitchFamily="34" charset="0"/>
                </a:rPr>
                <a:t>Devices</a:t>
              </a:r>
            </a:p>
          </p:txBody>
        </p:sp>
        <p:sp>
          <p:nvSpPr>
            <p:cNvPr id="23575" name="AutoShape 24">
              <a:extLst>
                <a:ext uri="{FF2B5EF4-FFF2-40B4-BE49-F238E27FC236}">
                  <a16:creationId xmlns:a16="http://schemas.microsoft.com/office/drawing/2014/main" id="{7F5F50A4-2E63-4A98-912F-F9DB8979AD23}"/>
                </a:ext>
              </a:extLst>
            </p:cNvPr>
            <p:cNvSpPr>
              <a:spLocks noChangeArrowheads="1"/>
            </p:cNvSpPr>
            <p:nvPr/>
          </p:nvSpPr>
          <p:spPr bwMode="auto">
            <a:xfrm>
              <a:off x="7264400" y="3581400"/>
              <a:ext cx="1079500" cy="596900"/>
            </a:xfrm>
            <a:prstGeom prst="roundRect">
              <a:avLst>
                <a:gd name="adj" fmla="val 12486"/>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imes New Roman" panose="02020603050405020304" pitchFamily="18" charset="0"/>
              </a:endParaRPr>
            </a:p>
          </p:txBody>
        </p:sp>
        <p:sp>
          <p:nvSpPr>
            <p:cNvPr id="23576" name="AutoShape 25">
              <a:extLst>
                <a:ext uri="{FF2B5EF4-FFF2-40B4-BE49-F238E27FC236}">
                  <a16:creationId xmlns:a16="http://schemas.microsoft.com/office/drawing/2014/main" id="{18B2FD74-466A-4EF2-A86E-E0CBC05017F9}"/>
                </a:ext>
              </a:extLst>
            </p:cNvPr>
            <p:cNvSpPr>
              <a:spLocks noChangeArrowheads="1"/>
            </p:cNvSpPr>
            <p:nvPr/>
          </p:nvSpPr>
          <p:spPr bwMode="auto">
            <a:xfrm>
              <a:off x="7264400" y="4546600"/>
              <a:ext cx="1079500" cy="596900"/>
            </a:xfrm>
            <a:prstGeom prst="roundRect">
              <a:avLst>
                <a:gd name="adj" fmla="val 12486"/>
              </a:avLst>
            </a:prstGeom>
            <a:solidFill>
              <a:schemeClr val="bg1"/>
            </a:solidFill>
            <a:ln w="12700">
              <a:solidFill>
                <a:schemeClr val="tx1"/>
              </a:solidFill>
              <a:round/>
              <a:headEnd/>
              <a:tailEnd/>
            </a:ln>
            <a:effectLst>
              <a:outerShdw dist="107763" dir="2700000" algn="ctr" rotWithShape="0">
                <a:schemeClr val="bg2"/>
              </a:outerShdw>
            </a:effec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imes New Roman" panose="02020603050405020304" pitchFamily="18" charset="0"/>
              </a:endParaRPr>
            </a:p>
          </p:txBody>
        </p:sp>
        <p:sp>
          <p:nvSpPr>
            <p:cNvPr id="23577" name="Rectangle 26">
              <a:extLst>
                <a:ext uri="{FF2B5EF4-FFF2-40B4-BE49-F238E27FC236}">
                  <a16:creationId xmlns:a16="http://schemas.microsoft.com/office/drawing/2014/main" id="{0F490259-4BFC-4A82-AAB2-DD3CC9115426}"/>
                </a:ext>
              </a:extLst>
            </p:cNvPr>
            <p:cNvSpPr>
              <a:spLocks noChangeArrowheads="1"/>
            </p:cNvSpPr>
            <p:nvPr/>
          </p:nvSpPr>
          <p:spPr bwMode="auto">
            <a:xfrm>
              <a:off x="7321550" y="3752851"/>
              <a:ext cx="6858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lnSpc>
                  <a:spcPct val="85000"/>
                </a:lnSpc>
                <a:spcBef>
                  <a:spcPct val="0"/>
                </a:spcBef>
                <a:spcAft>
                  <a:spcPct val="0"/>
                </a:spcAft>
                <a:buFontTx/>
                <a:buNone/>
              </a:pPr>
              <a:r>
                <a:rPr lang="en-US" altLang="en-US" sz="1800" i="0" u="sng">
                  <a:solidFill>
                    <a:schemeClr val="accent1"/>
                  </a:solidFill>
                  <a:latin typeface="Helvetica" panose="020B0604020202020204" pitchFamily="34" charset="0"/>
                </a:rPr>
                <a:t>Input</a:t>
              </a:r>
              <a:endParaRPr lang="en-US" altLang="en-US" sz="1800" i="0">
                <a:solidFill>
                  <a:schemeClr val="accent1"/>
                </a:solidFill>
                <a:latin typeface="Helvetica" panose="020B0604020202020204" pitchFamily="34" charset="0"/>
              </a:endParaRPr>
            </a:p>
          </p:txBody>
        </p:sp>
        <p:sp>
          <p:nvSpPr>
            <p:cNvPr id="23578" name="Rectangle 27">
              <a:extLst>
                <a:ext uri="{FF2B5EF4-FFF2-40B4-BE49-F238E27FC236}">
                  <a16:creationId xmlns:a16="http://schemas.microsoft.com/office/drawing/2014/main" id="{D0F0FFE9-84D7-429E-87FE-77613972A7F8}"/>
                </a:ext>
              </a:extLst>
            </p:cNvPr>
            <p:cNvSpPr>
              <a:spLocks noChangeArrowheads="1"/>
            </p:cNvSpPr>
            <p:nvPr/>
          </p:nvSpPr>
          <p:spPr bwMode="auto">
            <a:xfrm>
              <a:off x="7321550" y="4718051"/>
              <a:ext cx="8763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lnSpc>
                  <a:spcPct val="85000"/>
                </a:lnSpc>
                <a:spcBef>
                  <a:spcPct val="0"/>
                </a:spcBef>
                <a:spcAft>
                  <a:spcPct val="0"/>
                </a:spcAft>
                <a:buFontTx/>
                <a:buNone/>
              </a:pPr>
              <a:r>
                <a:rPr lang="en-US" altLang="en-US" sz="1800" i="0" u="sng">
                  <a:solidFill>
                    <a:schemeClr val="accent1"/>
                  </a:solidFill>
                  <a:latin typeface="Helvetica" panose="020B0604020202020204" pitchFamily="34" charset="0"/>
                </a:rPr>
                <a:t>Output</a:t>
              </a:r>
              <a:endParaRPr lang="en-US" altLang="en-US" sz="1800" i="0">
                <a:solidFill>
                  <a:schemeClr val="accent1"/>
                </a:solidFill>
                <a:latin typeface="Helvetica" panose="020B0604020202020204" pitchFamily="34" charset="0"/>
              </a:endParaRPr>
            </a:p>
          </p:txBody>
        </p:sp>
      </p:grpSp>
      <p:grpSp>
        <p:nvGrpSpPr>
          <p:cNvPr id="4" name="Group 3">
            <a:extLst>
              <a:ext uri="{FF2B5EF4-FFF2-40B4-BE49-F238E27FC236}">
                <a16:creationId xmlns:a16="http://schemas.microsoft.com/office/drawing/2014/main" id="{C8C06500-FC05-4C22-9EB9-C38CFE2BE5AC}"/>
              </a:ext>
            </a:extLst>
          </p:cNvPr>
          <p:cNvGrpSpPr/>
          <p:nvPr/>
        </p:nvGrpSpPr>
        <p:grpSpPr>
          <a:xfrm>
            <a:off x="8343900" y="2667298"/>
            <a:ext cx="2360612" cy="3286627"/>
            <a:chOff x="8154988" y="2667001"/>
            <a:chExt cx="2360612" cy="3286627"/>
          </a:xfrm>
        </p:grpSpPr>
        <p:sp>
          <p:nvSpPr>
            <p:cNvPr id="23580" name="Rectangle 29">
              <a:extLst>
                <a:ext uri="{FF2B5EF4-FFF2-40B4-BE49-F238E27FC236}">
                  <a16:creationId xmlns:a16="http://schemas.microsoft.com/office/drawing/2014/main" id="{90C35C76-EA1F-4E48-9B50-DF3089150725}"/>
                </a:ext>
              </a:extLst>
            </p:cNvPr>
            <p:cNvSpPr>
              <a:spLocks noChangeArrowheads="1"/>
            </p:cNvSpPr>
            <p:nvPr/>
          </p:nvSpPr>
          <p:spPr bwMode="auto">
            <a:xfrm>
              <a:off x="8991600" y="5245100"/>
              <a:ext cx="1239122"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r>
                <a:rPr lang="en-US" altLang="en-US" sz="2000" i="0" dirty="0">
                  <a:solidFill>
                    <a:schemeClr val="hlink"/>
                  </a:solidFill>
                  <a:latin typeface="Helvetica" panose="020B0604020202020204" pitchFamily="34" charset="0"/>
                </a:rPr>
                <a:t>Display</a:t>
              </a:r>
              <a:r>
                <a:rPr lang="en-US" altLang="en-US" sz="2000" b="0" i="0" dirty="0">
                  <a:solidFill>
                    <a:schemeClr val="hlink"/>
                  </a:solidFill>
                  <a:latin typeface="Helvetica" panose="020B0604020202020204" pitchFamily="34" charset="0"/>
                </a:rPr>
                <a:t>, </a:t>
              </a:r>
              <a:br>
                <a:rPr lang="en-US" altLang="en-US" sz="2000" b="0" i="0" dirty="0">
                  <a:solidFill>
                    <a:schemeClr val="hlink"/>
                  </a:solidFill>
                  <a:latin typeface="Helvetica" panose="020B0604020202020204" pitchFamily="34" charset="0"/>
                </a:rPr>
              </a:br>
              <a:r>
                <a:rPr lang="en-US" altLang="en-US" sz="2000" i="0" dirty="0">
                  <a:solidFill>
                    <a:schemeClr val="hlink"/>
                  </a:solidFill>
                  <a:latin typeface="Helvetica" panose="020B0604020202020204" pitchFamily="34" charset="0"/>
                </a:rPr>
                <a:t>Printer</a:t>
              </a:r>
            </a:p>
          </p:txBody>
        </p:sp>
        <p:grpSp>
          <p:nvGrpSpPr>
            <p:cNvPr id="3" name="Group 2">
              <a:extLst>
                <a:ext uri="{FF2B5EF4-FFF2-40B4-BE49-F238E27FC236}">
                  <a16:creationId xmlns:a16="http://schemas.microsoft.com/office/drawing/2014/main" id="{89ED51DF-1EF4-44E9-94EE-701CED8AD2DD}"/>
                </a:ext>
              </a:extLst>
            </p:cNvPr>
            <p:cNvGrpSpPr/>
            <p:nvPr/>
          </p:nvGrpSpPr>
          <p:grpSpPr>
            <a:xfrm>
              <a:off x="8154988" y="2667001"/>
              <a:ext cx="2360612" cy="2743199"/>
              <a:chOff x="8154988" y="2667001"/>
              <a:chExt cx="2360612" cy="2743199"/>
            </a:xfrm>
          </p:grpSpPr>
          <p:sp>
            <p:nvSpPr>
              <p:cNvPr id="23579" name="Rectangle 28">
                <a:extLst>
                  <a:ext uri="{FF2B5EF4-FFF2-40B4-BE49-F238E27FC236}">
                    <a16:creationId xmlns:a16="http://schemas.microsoft.com/office/drawing/2014/main" id="{1F3F1015-3D99-4E57-B1A5-4E59DF7B17F8}"/>
                  </a:ext>
                </a:extLst>
              </p:cNvPr>
              <p:cNvSpPr>
                <a:spLocks noChangeArrowheads="1"/>
              </p:cNvSpPr>
              <p:nvPr/>
            </p:nvSpPr>
            <p:spPr bwMode="auto">
              <a:xfrm>
                <a:off x="8839200" y="2667001"/>
                <a:ext cx="15113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r>
                  <a:rPr lang="en-US" altLang="en-US" sz="2000" i="0" dirty="0">
                    <a:solidFill>
                      <a:schemeClr val="tx1"/>
                    </a:solidFill>
                    <a:latin typeface="Helvetica" panose="020B0604020202020204" pitchFamily="34" charset="0"/>
                  </a:rPr>
                  <a:t>Keyboard, </a:t>
                </a:r>
                <a:br>
                  <a:rPr lang="en-US" altLang="en-US" sz="2000" i="0" dirty="0">
                    <a:solidFill>
                      <a:schemeClr val="tx1"/>
                    </a:solidFill>
                    <a:latin typeface="Helvetica" panose="020B0604020202020204" pitchFamily="34" charset="0"/>
                  </a:rPr>
                </a:br>
                <a:r>
                  <a:rPr lang="en-US" altLang="en-US" sz="2000" i="0" dirty="0">
                    <a:solidFill>
                      <a:schemeClr val="tx1"/>
                    </a:solidFill>
                    <a:latin typeface="Helvetica" panose="020B0604020202020204" pitchFamily="34" charset="0"/>
                  </a:rPr>
                  <a:t>Mouse</a:t>
                </a:r>
              </a:p>
            </p:txBody>
          </p:sp>
          <p:sp>
            <p:nvSpPr>
              <p:cNvPr id="23581" name="Line 30">
                <a:extLst>
                  <a:ext uri="{FF2B5EF4-FFF2-40B4-BE49-F238E27FC236}">
                    <a16:creationId xmlns:a16="http://schemas.microsoft.com/office/drawing/2014/main" id="{19F4A95D-377D-48E4-860C-3D58C3A2CC47}"/>
                  </a:ext>
                </a:extLst>
              </p:cNvPr>
              <p:cNvSpPr>
                <a:spLocks noChangeShapeType="1"/>
              </p:cNvSpPr>
              <p:nvPr/>
            </p:nvSpPr>
            <p:spPr bwMode="auto">
              <a:xfrm>
                <a:off x="8231188" y="4802188"/>
                <a:ext cx="836612" cy="608012"/>
              </a:xfrm>
              <a:prstGeom prst="line">
                <a:avLst/>
              </a:prstGeom>
              <a:noFill/>
              <a:ln w="254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82" name="Line 31">
                <a:extLst>
                  <a:ext uri="{FF2B5EF4-FFF2-40B4-BE49-F238E27FC236}">
                    <a16:creationId xmlns:a16="http://schemas.microsoft.com/office/drawing/2014/main" id="{73189531-02A3-4D0E-8B87-8C51B777BA0F}"/>
                  </a:ext>
                </a:extLst>
              </p:cNvPr>
              <p:cNvSpPr>
                <a:spLocks noChangeShapeType="1"/>
              </p:cNvSpPr>
              <p:nvPr/>
            </p:nvSpPr>
            <p:spPr bwMode="auto">
              <a:xfrm flipH="1">
                <a:off x="8154988" y="3125788"/>
                <a:ext cx="760412" cy="608012"/>
              </a:xfrm>
              <a:prstGeom prst="line">
                <a:avLst/>
              </a:prstGeom>
              <a:noFill/>
              <a:ln w="254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83" name="Rectangle 32">
                <a:extLst>
                  <a:ext uri="{FF2B5EF4-FFF2-40B4-BE49-F238E27FC236}">
                    <a16:creationId xmlns:a16="http://schemas.microsoft.com/office/drawing/2014/main" id="{D87E8AC8-2AEE-4756-BAC8-A5D89A91AC68}"/>
                  </a:ext>
                </a:extLst>
              </p:cNvPr>
              <p:cNvSpPr>
                <a:spLocks noChangeArrowheads="1"/>
              </p:cNvSpPr>
              <p:nvPr/>
            </p:nvSpPr>
            <p:spPr bwMode="auto">
              <a:xfrm>
                <a:off x="8839200" y="3505201"/>
                <a:ext cx="1676400" cy="160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r>
                  <a:rPr lang="en-US" altLang="en-US" sz="2000" i="0" dirty="0">
                    <a:solidFill>
                      <a:schemeClr val="tx1"/>
                    </a:solidFill>
                    <a:latin typeface="Helvetica" panose="020B0604020202020204" pitchFamily="34" charset="0"/>
                  </a:rPr>
                  <a:t>Disk</a:t>
                </a:r>
                <a:r>
                  <a:rPr lang="en-US" altLang="en-US" sz="2000" b="0" i="0" dirty="0">
                    <a:solidFill>
                      <a:schemeClr val="tx1"/>
                    </a:solidFill>
                    <a:latin typeface="Helvetica" panose="020B0604020202020204" pitchFamily="34" charset="0"/>
                  </a:rPr>
                  <a:t> </a:t>
                </a:r>
                <a:br>
                  <a:rPr lang="en-US" altLang="en-US" sz="2000" b="0" i="0" dirty="0">
                    <a:solidFill>
                      <a:schemeClr val="tx1"/>
                    </a:solidFill>
                    <a:latin typeface="Helvetica" panose="020B0604020202020204" pitchFamily="34" charset="0"/>
                  </a:rPr>
                </a:br>
                <a:r>
                  <a:rPr lang="en-US" altLang="en-US" sz="1800" b="0" i="0" dirty="0">
                    <a:solidFill>
                      <a:schemeClr val="tx1"/>
                    </a:solidFill>
                    <a:latin typeface="Helvetica" panose="020B0604020202020204" pitchFamily="34" charset="0"/>
                  </a:rPr>
                  <a:t>(where </a:t>
                </a:r>
              </a:p>
              <a:p>
                <a:pPr eaLnBrk="1" hangingPunct="1">
                  <a:lnSpc>
                    <a:spcPct val="85000"/>
                  </a:lnSpc>
                  <a:spcBef>
                    <a:spcPct val="0"/>
                  </a:spcBef>
                  <a:spcAft>
                    <a:spcPct val="0"/>
                  </a:spcAft>
                  <a:buFontTx/>
                  <a:buNone/>
                </a:pPr>
                <a:r>
                  <a:rPr lang="en-US" altLang="en-US" sz="1800" b="0" i="0" dirty="0">
                    <a:solidFill>
                      <a:schemeClr val="tx1"/>
                    </a:solidFill>
                    <a:latin typeface="Helvetica" panose="020B0604020202020204" pitchFamily="34" charset="0"/>
                  </a:rPr>
                  <a:t>programs, </a:t>
                </a:r>
              </a:p>
              <a:p>
                <a:pPr eaLnBrk="1" hangingPunct="1">
                  <a:lnSpc>
                    <a:spcPct val="85000"/>
                  </a:lnSpc>
                  <a:spcBef>
                    <a:spcPct val="0"/>
                  </a:spcBef>
                  <a:spcAft>
                    <a:spcPct val="0"/>
                  </a:spcAft>
                  <a:buFontTx/>
                  <a:buNone/>
                </a:pPr>
                <a:r>
                  <a:rPr lang="en-US" altLang="en-US" sz="1800" b="0" i="0" dirty="0">
                    <a:solidFill>
                      <a:schemeClr val="tx1"/>
                    </a:solidFill>
                    <a:latin typeface="Helvetica" panose="020B0604020202020204" pitchFamily="34" charset="0"/>
                  </a:rPr>
                  <a:t>&amp; data </a:t>
                </a:r>
              </a:p>
              <a:p>
                <a:pPr eaLnBrk="1" hangingPunct="1">
                  <a:lnSpc>
                    <a:spcPct val="85000"/>
                  </a:lnSpc>
                  <a:spcBef>
                    <a:spcPct val="0"/>
                  </a:spcBef>
                  <a:spcAft>
                    <a:spcPct val="0"/>
                  </a:spcAft>
                  <a:buFontTx/>
                  <a:buNone/>
                </a:pPr>
                <a:r>
                  <a:rPr lang="en-US" altLang="en-US" sz="1800" b="0" i="0" dirty="0">
                    <a:solidFill>
                      <a:schemeClr val="tx1"/>
                    </a:solidFill>
                    <a:latin typeface="Helvetica" panose="020B0604020202020204" pitchFamily="34" charset="0"/>
                  </a:rPr>
                  <a:t>live when</a:t>
                </a:r>
              </a:p>
              <a:p>
                <a:pPr eaLnBrk="1" hangingPunct="1">
                  <a:lnSpc>
                    <a:spcPct val="85000"/>
                  </a:lnSpc>
                  <a:spcBef>
                    <a:spcPct val="0"/>
                  </a:spcBef>
                  <a:spcAft>
                    <a:spcPct val="0"/>
                  </a:spcAft>
                  <a:buFontTx/>
                  <a:buNone/>
                </a:pPr>
                <a:r>
                  <a:rPr lang="en-US" altLang="en-US" sz="1800" b="0" i="0" dirty="0">
                    <a:solidFill>
                      <a:schemeClr val="tx1"/>
                    </a:solidFill>
                    <a:latin typeface="Helvetica" panose="020B0604020202020204" pitchFamily="34" charset="0"/>
                  </a:rPr>
                  <a:t>not running)</a:t>
                </a:r>
              </a:p>
            </p:txBody>
          </p:sp>
          <p:sp>
            <p:nvSpPr>
              <p:cNvPr id="23584" name="Line 33">
                <a:extLst>
                  <a:ext uri="{FF2B5EF4-FFF2-40B4-BE49-F238E27FC236}">
                    <a16:creationId xmlns:a16="http://schemas.microsoft.com/office/drawing/2014/main" id="{287F2D8B-A0F3-49D4-9311-AB6BEDC3D4AF}"/>
                  </a:ext>
                </a:extLst>
              </p:cNvPr>
              <p:cNvSpPr>
                <a:spLocks noChangeShapeType="1"/>
              </p:cNvSpPr>
              <p:nvPr/>
            </p:nvSpPr>
            <p:spPr bwMode="auto">
              <a:xfrm flipH="1" flipV="1">
                <a:off x="8231188" y="4040188"/>
                <a:ext cx="684212" cy="303212"/>
              </a:xfrm>
              <a:prstGeom prst="line">
                <a:avLst/>
              </a:prstGeom>
              <a:noFill/>
              <a:ln w="254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3585" name="Line 34">
                <a:extLst>
                  <a:ext uri="{FF2B5EF4-FFF2-40B4-BE49-F238E27FC236}">
                    <a16:creationId xmlns:a16="http://schemas.microsoft.com/office/drawing/2014/main" id="{BC06CDF6-F180-44E6-9693-543570B0762C}"/>
                  </a:ext>
                </a:extLst>
              </p:cNvPr>
              <p:cNvSpPr>
                <a:spLocks noChangeShapeType="1"/>
              </p:cNvSpPr>
              <p:nvPr/>
            </p:nvSpPr>
            <p:spPr bwMode="auto">
              <a:xfrm flipV="1">
                <a:off x="8231188" y="4421188"/>
                <a:ext cx="684212" cy="303212"/>
              </a:xfrm>
              <a:prstGeom prst="line">
                <a:avLst/>
              </a:prstGeom>
              <a:noFill/>
              <a:ln w="254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
        <p:nvSpPr>
          <p:cNvPr id="23586" name="Text Box 35">
            <a:extLst>
              <a:ext uri="{FF2B5EF4-FFF2-40B4-BE49-F238E27FC236}">
                <a16:creationId xmlns:a16="http://schemas.microsoft.com/office/drawing/2014/main" id="{2C560CE4-470F-4C4E-8BA1-232B77F5872D}"/>
              </a:ext>
            </a:extLst>
          </p:cNvPr>
          <p:cNvSpPr txBox="1">
            <a:spLocks noChangeArrowheads="1"/>
          </p:cNvSpPr>
          <p:nvPr/>
        </p:nvSpPr>
        <p:spPr bwMode="auto">
          <a:xfrm>
            <a:off x="1703389" y="5791200"/>
            <a:ext cx="87137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r>
              <a:rPr lang="en-US" altLang="en-US" sz="1800" i="0">
                <a:solidFill>
                  <a:schemeClr val="tx1"/>
                </a:solidFill>
                <a:latin typeface="Helvetica" panose="020B0604020202020204" pitchFamily="34" charset="0"/>
              </a:rPr>
              <a:t>The components of </a:t>
            </a:r>
            <a:r>
              <a:rPr lang="en-US" altLang="en-US" sz="1800" i="0" u="sng">
                <a:solidFill>
                  <a:schemeClr val="tx1"/>
                </a:solidFill>
                <a:latin typeface="Helvetica" panose="020B0604020202020204" pitchFamily="34" charset="0"/>
              </a:rPr>
              <a:t>every</a:t>
            </a:r>
            <a:r>
              <a:rPr lang="en-US" altLang="en-US" sz="1800" i="0">
                <a:solidFill>
                  <a:schemeClr val="tx1"/>
                </a:solidFill>
                <a:latin typeface="Helvetica" panose="020B0604020202020204" pitchFamily="34" charset="0"/>
              </a:rPr>
              <a:t> computer, past and present, belong to one of these five categories, and are connected by bus</a:t>
            </a:r>
          </a:p>
        </p:txBody>
      </p:sp>
      <p:sp>
        <p:nvSpPr>
          <p:cNvPr id="23587" name="Rectangle 36">
            <a:extLst>
              <a:ext uri="{FF2B5EF4-FFF2-40B4-BE49-F238E27FC236}">
                <a16:creationId xmlns:a16="http://schemas.microsoft.com/office/drawing/2014/main" id="{87104AD0-F66A-4710-92F2-7315260BFE16}"/>
              </a:ext>
            </a:extLst>
          </p:cNvPr>
          <p:cNvSpPr>
            <a:spLocks noChangeArrowheads="1"/>
          </p:cNvSpPr>
          <p:nvPr/>
        </p:nvSpPr>
        <p:spPr bwMode="auto">
          <a:xfrm>
            <a:off x="5645150" y="767111"/>
            <a:ext cx="5232400" cy="169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just" eaLnBrk="1" hangingPunct="1">
              <a:spcBef>
                <a:spcPct val="0"/>
              </a:spcBef>
              <a:spcAft>
                <a:spcPct val="0"/>
              </a:spcAft>
              <a:buFont typeface="LinePrinter" charset="0"/>
              <a:buAutoNum type="arabicPeriod"/>
            </a:pPr>
            <a:r>
              <a:rPr lang="en-US" altLang="en-US" sz="2000" b="0" i="0" dirty="0">
                <a:solidFill>
                  <a:schemeClr val="tx1"/>
                </a:solidFill>
                <a:latin typeface="Times New Roman" panose="02020603050405020304" pitchFamily="18" charset="0"/>
              </a:rPr>
              <a:t>Data from the outside world to the computer</a:t>
            </a:r>
          </a:p>
          <a:p>
            <a:pPr algn="just" eaLnBrk="1" hangingPunct="1">
              <a:spcBef>
                <a:spcPct val="0"/>
              </a:spcBef>
              <a:spcAft>
                <a:spcPct val="0"/>
              </a:spcAft>
              <a:buFont typeface="LinePrinter" charset="0"/>
              <a:buAutoNum type="arabicPeriod"/>
            </a:pPr>
            <a:r>
              <a:rPr lang="en-US" altLang="en-US" sz="2000" b="0" i="0" dirty="0">
                <a:solidFill>
                  <a:schemeClr val="tx1"/>
                </a:solidFill>
                <a:latin typeface="Times New Roman" panose="02020603050405020304" pitchFamily="18" charset="0"/>
              </a:rPr>
              <a:t>These data are kept in the memory  until ...</a:t>
            </a:r>
          </a:p>
          <a:p>
            <a:pPr algn="just" eaLnBrk="1" hangingPunct="1">
              <a:spcBef>
                <a:spcPct val="0"/>
              </a:spcBef>
              <a:spcAft>
                <a:spcPct val="0"/>
              </a:spcAft>
              <a:buFont typeface="LinePrinter" charset="0"/>
              <a:buAutoNum type="arabicPeriod"/>
            </a:pPr>
            <a:r>
              <a:rPr lang="en-US" altLang="en-US" sz="2000" b="0" i="0" dirty="0">
                <a:solidFill>
                  <a:schemeClr val="tx1"/>
                </a:solidFill>
                <a:latin typeface="Times New Roman" panose="02020603050405020304" pitchFamily="18" charset="0"/>
              </a:rPr>
              <a:t>Datapath request and process them </a:t>
            </a:r>
          </a:p>
          <a:p>
            <a:pPr algn="just" eaLnBrk="1" hangingPunct="1">
              <a:spcBef>
                <a:spcPct val="0"/>
              </a:spcBef>
              <a:spcAft>
                <a:spcPct val="0"/>
              </a:spcAft>
              <a:buFont typeface="LinePrinter" charset="0"/>
              <a:buAutoNum type="arabicPeriod"/>
            </a:pPr>
            <a:r>
              <a:rPr lang="en-US" altLang="en-US" sz="2000" b="0" i="0" dirty="0">
                <a:solidFill>
                  <a:schemeClr val="tx1"/>
                </a:solidFill>
                <a:latin typeface="Times New Roman" panose="02020603050405020304" pitchFamily="18" charset="0"/>
              </a:rPr>
              <a:t>The operation is controlled by Control Unit</a:t>
            </a:r>
          </a:p>
          <a:p>
            <a:pPr algn="just" eaLnBrk="1" hangingPunct="1">
              <a:spcBef>
                <a:spcPct val="0"/>
              </a:spcBef>
              <a:spcAft>
                <a:spcPct val="0"/>
              </a:spcAft>
              <a:buFont typeface="LinePrinter" charset="0"/>
              <a:buAutoNum type="arabicPeriod"/>
            </a:pPr>
            <a:r>
              <a:rPr lang="en-US" altLang="en-US" sz="2000" b="0" i="0" dirty="0">
                <a:solidFill>
                  <a:schemeClr val="tx1"/>
                </a:solidFill>
                <a:latin typeface="Times New Roman" panose="02020603050405020304" pitchFamily="18" charset="0"/>
              </a:rPr>
              <a:t>Processed data back to the outside world </a:t>
            </a:r>
          </a:p>
        </p:txBody>
      </p:sp>
      <p:sp>
        <p:nvSpPr>
          <p:cNvPr id="23588" name="Rectangle 2">
            <a:extLst>
              <a:ext uri="{FF2B5EF4-FFF2-40B4-BE49-F238E27FC236}">
                <a16:creationId xmlns:a16="http://schemas.microsoft.com/office/drawing/2014/main" id="{14FEE679-8A08-4CCC-80DD-B4F1EA9796D5}"/>
              </a:ext>
            </a:extLst>
          </p:cNvPr>
          <p:cNvSpPr txBox="1">
            <a:spLocks noChangeArrowheads="1"/>
          </p:cNvSpPr>
          <p:nvPr/>
        </p:nvSpPr>
        <p:spPr bwMode="auto">
          <a:xfrm>
            <a:off x="1524000" y="152400"/>
            <a:ext cx="91440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457200">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37931725" indent="-37474525" defTabSz="45720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defTabSz="4572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spcAft>
                <a:spcPct val="0"/>
              </a:spcAft>
              <a:buFontTx/>
              <a:buNone/>
            </a:pPr>
            <a:r>
              <a:rPr lang="en-US" altLang="en-US" sz="4000" i="0">
                <a:solidFill>
                  <a:srgbClr val="FF0000"/>
                </a:solidFill>
              </a:rPr>
              <a:t>Computer</a:t>
            </a:r>
          </a:p>
        </p:txBody>
      </p:sp>
    </p:spTree>
    <p:extLst>
      <p:ext uri="{BB962C8B-B14F-4D97-AF65-F5344CB8AC3E}">
        <p14:creationId xmlns:p14="http://schemas.microsoft.com/office/powerpoint/2010/main" val="340050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a:extLst>
              <a:ext uri="{FF2B5EF4-FFF2-40B4-BE49-F238E27FC236}">
                <a16:creationId xmlns:a16="http://schemas.microsoft.com/office/drawing/2014/main" id="{3EC5EE03-B822-4E82-92DE-5A480E998849}"/>
              </a:ext>
            </a:extLst>
          </p:cNvPr>
          <p:cNvSpPr>
            <a:spLocks noGrp="1" noChangeArrowheads="1"/>
          </p:cNvSpPr>
          <p:nvPr>
            <p:ph idx="1"/>
          </p:nvPr>
        </p:nvSpPr>
        <p:spPr>
          <a:xfrm>
            <a:off x="1905000" y="1295400"/>
            <a:ext cx="8686800" cy="4114800"/>
          </a:xfr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fontScale="92500" lnSpcReduction="20000"/>
          </a:bodyPr>
          <a:lstStyle/>
          <a:p>
            <a:pPr>
              <a:lnSpc>
                <a:spcPct val="110000"/>
              </a:lnSpc>
              <a:spcBef>
                <a:spcPts val="200"/>
              </a:spcBef>
              <a:spcAft>
                <a:spcPts val="200"/>
              </a:spcAft>
            </a:pPr>
            <a:r>
              <a:rPr lang="en-US" altLang="en-US" dirty="0">
                <a:solidFill>
                  <a:srgbClr val="3366FF"/>
                </a:solidFill>
                <a:latin typeface="Arial" panose="020B0604020202020204" pitchFamily="34" charset="0"/>
              </a:rPr>
              <a:t>Rapidly changing field:</a:t>
            </a:r>
          </a:p>
          <a:p>
            <a:pPr lvl="1">
              <a:lnSpc>
                <a:spcPct val="110000"/>
              </a:lnSpc>
              <a:spcBef>
                <a:spcPts val="200"/>
              </a:spcBef>
              <a:spcAft>
                <a:spcPts val="200"/>
              </a:spcAft>
            </a:pPr>
            <a:r>
              <a:rPr lang="en-US" altLang="en-US" dirty="0">
                <a:latin typeface="Arial" panose="020B0604020202020204" pitchFamily="34" charset="0"/>
              </a:rPr>
              <a:t>Vacuum tube </a:t>
            </a:r>
            <a:r>
              <a:rPr lang="en-US" altLang="en-US" dirty="0">
                <a:latin typeface="Arial" panose="020B0604020202020204" pitchFamily="34" charset="0"/>
                <a:sym typeface="Symbol" panose="05050102010706020507" pitchFamily="18" charset="2"/>
              </a:rPr>
              <a:t></a:t>
            </a:r>
            <a:r>
              <a:rPr lang="en-US" altLang="en-US" dirty="0">
                <a:latin typeface="Arial" panose="020B0604020202020204" pitchFamily="34" charset="0"/>
              </a:rPr>
              <a:t> Transistor </a:t>
            </a:r>
            <a:r>
              <a:rPr lang="en-US" altLang="en-US" dirty="0">
                <a:latin typeface="Arial" panose="020B0604020202020204" pitchFamily="34" charset="0"/>
                <a:sym typeface="Symbol" panose="05050102010706020507" pitchFamily="18" charset="2"/>
              </a:rPr>
              <a:t></a:t>
            </a:r>
            <a:r>
              <a:rPr lang="en-US" altLang="en-US" dirty="0">
                <a:latin typeface="Arial" panose="020B0604020202020204" pitchFamily="34" charset="0"/>
              </a:rPr>
              <a:t> IC </a:t>
            </a:r>
            <a:r>
              <a:rPr lang="en-US" altLang="en-US" dirty="0">
                <a:latin typeface="Arial" panose="020B0604020202020204" pitchFamily="34" charset="0"/>
                <a:sym typeface="Symbol" panose="05050102010706020507" pitchFamily="18" charset="2"/>
              </a:rPr>
              <a:t></a:t>
            </a:r>
            <a:r>
              <a:rPr lang="en-US" altLang="en-US" dirty="0">
                <a:latin typeface="Arial" panose="020B0604020202020204" pitchFamily="34" charset="0"/>
              </a:rPr>
              <a:t> VLSI </a:t>
            </a:r>
            <a:r>
              <a:rPr lang="en-US" altLang="en-US" dirty="0">
                <a:latin typeface="Arial" panose="020B0604020202020204" pitchFamily="34" charset="0"/>
                <a:sym typeface="Symbol" panose="05050102010706020507" pitchFamily="18" charset="2"/>
              </a:rPr>
              <a:t>SoC</a:t>
            </a:r>
            <a:r>
              <a:rPr lang="en-US" altLang="en-US" dirty="0">
                <a:latin typeface="Arial" panose="020B0604020202020204" pitchFamily="34" charset="0"/>
              </a:rPr>
              <a:t> </a:t>
            </a:r>
          </a:p>
          <a:p>
            <a:pPr lvl="1">
              <a:lnSpc>
                <a:spcPct val="110000"/>
              </a:lnSpc>
              <a:spcBef>
                <a:spcPts val="200"/>
              </a:spcBef>
              <a:spcAft>
                <a:spcPts val="200"/>
              </a:spcAft>
            </a:pPr>
            <a:r>
              <a:rPr lang="en-US" altLang="en-US" dirty="0">
                <a:latin typeface="Arial" panose="020B0604020202020204" pitchFamily="34" charset="0"/>
              </a:rPr>
              <a:t>Doubling every 1.5 years (Moore’s Law):</a:t>
            </a:r>
          </a:p>
          <a:p>
            <a:pPr lvl="2">
              <a:lnSpc>
                <a:spcPct val="110000"/>
              </a:lnSpc>
              <a:spcBef>
                <a:spcPts val="200"/>
              </a:spcBef>
              <a:spcAft>
                <a:spcPts val="200"/>
              </a:spcAft>
            </a:pPr>
            <a:r>
              <a:rPr lang="en-US" altLang="en-US" dirty="0">
                <a:latin typeface="Arial" panose="020B0604020202020204" pitchFamily="34" charset="0"/>
              </a:rPr>
              <a:t>memory capacity</a:t>
            </a:r>
            <a:r>
              <a:rPr lang="en-US" altLang="en-US" i="1" dirty="0">
                <a:latin typeface="Arial" panose="020B0604020202020204" pitchFamily="34" charset="0"/>
              </a:rPr>
              <a:t> </a:t>
            </a:r>
            <a:endParaRPr lang="en-US" altLang="en-US" i="1" dirty="0">
              <a:latin typeface="Times New Roman" panose="02020603050405020304" pitchFamily="18" charset="0"/>
            </a:endParaRPr>
          </a:p>
          <a:p>
            <a:pPr lvl="2">
              <a:lnSpc>
                <a:spcPct val="110000"/>
              </a:lnSpc>
              <a:spcBef>
                <a:spcPts val="200"/>
              </a:spcBef>
              <a:spcAft>
                <a:spcPts val="200"/>
              </a:spcAft>
            </a:pPr>
            <a:r>
              <a:rPr lang="en-US" altLang="en-US" dirty="0">
                <a:latin typeface="Arial" panose="020B0604020202020204" pitchFamily="34" charset="0"/>
              </a:rPr>
              <a:t>processor speed (due to advances in technology </a:t>
            </a:r>
            <a:r>
              <a:rPr lang="en-US" altLang="en-US" u="sng" dirty="0">
                <a:latin typeface="Arial" panose="020B0604020202020204" pitchFamily="34" charset="0"/>
              </a:rPr>
              <a:t>and</a:t>
            </a:r>
            <a:r>
              <a:rPr lang="en-US" altLang="en-US" dirty="0">
                <a:latin typeface="Arial" panose="020B0604020202020204" pitchFamily="34" charset="0"/>
              </a:rPr>
              <a:t> hardware)</a:t>
            </a:r>
            <a:r>
              <a:rPr lang="en-US" altLang="en-US" i="1" dirty="0">
                <a:latin typeface="Arial" panose="020B0604020202020204" pitchFamily="34" charset="0"/>
              </a:rPr>
              <a:t> </a:t>
            </a:r>
          </a:p>
          <a:p>
            <a:pPr lvl="1">
              <a:lnSpc>
                <a:spcPct val="110000"/>
              </a:lnSpc>
              <a:spcBef>
                <a:spcPts val="200"/>
              </a:spcBef>
              <a:spcAft>
                <a:spcPts val="200"/>
              </a:spcAft>
            </a:pPr>
            <a:r>
              <a:rPr lang="en-US" altLang="en-US" dirty="0">
                <a:latin typeface="Arial" panose="020B0604020202020204" pitchFamily="34" charset="0"/>
              </a:rPr>
              <a:t>Funny example: if Boeing had kept up with IBM we could </a:t>
            </a:r>
            <a:r>
              <a:rPr lang="en-US" altLang="en-US" i="1" dirty="0">
                <a:latin typeface="Arial" panose="020B0604020202020204" pitchFamily="34" charset="0"/>
              </a:rPr>
              <a:t>fly from KLIA to NY in 10 minutes by 10 RM </a:t>
            </a:r>
            <a:r>
              <a:rPr lang="en-US" altLang="en-US" dirty="0">
                <a:latin typeface="Arial" panose="020B0604020202020204" pitchFamily="34" charset="0"/>
              </a:rPr>
              <a:t>!!</a:t>
            </a:r>
            <a:endParaRPr lang="en-US" altLang="en-US" sz="2400" dirty="0">
              <a:latin typeface="Arial" panose="020B0604020202020204" pitchFamily="34" charset="0"/>
            </a:endParaRPr>
          </a:p>
          <a:p>
            <a:pPr>
              <a:lnSpc>
                <a:spcPct val="110000"/>
              </a:lnSpc>
              <a:spcBef>
                <a:spcPts val="200"/>
              </a:spcBef>
              <a:spcAft>
                <a:spcPts val="200"/>
              </a:spcAft>
            </a:pPr>
            <a:r>
              <a:rPr lang="en-US" altLang="en-US" dirty="0">
                <a:solidFill>
                  <a:srgbClr val="3366FF"/>
                </a:solidFill>
                <a:latin typeface="Arial" panose="020B0604020202020204" pitchFamily="34" charset="0"/>
              </a:rPr>
              <a:t>Things we’ll be learning:</a:t>
            </a:r>
          </a:p>
          <a:p>
            <a:pPr lvl="1">
              <a:lnSpc>
                <a:spcPct val="110000"/>
              </a:lnSpc>
              <a:spcBef>
                <a:spcPts val="200"/>
              </a:spcBef>
              <a:spcAft>
                <a:spcPts val="200"/>
              </a:spcAft>
            </a:pPr>
            <a:r>
              <a:rPr lang="en-US" altLang="en-US" dirty="0">
                <a:latin typeface="Arial" panose="020B0604020202020204" pitchFamily="34" charset="0"/>
              </a:rPr>
              <a:t>how computers work, what’s a good design, what’s not</a:t>
            </a:r>
          </a:p>
          <a:p>
            <a:pPr lvl="1">
              <a:lnSpc>
                <a:spcPct val="110000"/>
              </a:lnSpc>
              <a:spcBef>
                <a:spcPts val="200"/>
              </a:spcBef>
              <a:spcAft>
                <a:spcPts val="200"/>
              </a:spcAft>
            </a:pPr>
            <a:r>
              <a:rPr lang="en-US" altLang="en-US" dirty="0">
                <a:latin typeface="Arial" panose="020B0604020202020204" pitchFamily="34" charset="0"/>
              </a:rPr>
              <a:t>Assembly Language Programming</a:t>
            </a:r>
          </a:p>
          <a:p>
            <a:pPr lvl="1">
              <a:lnSpc>
                <a:spcPct val="110000"/>
              </a:lnSpc>
              <a:spcBef>
                <a:spcPts val="200"/>
              </a:spcBef>
              <a:spcAft>
                <a:spcPts val="200"/>
              </a:spcAft>
            </a:pPr>
            <a:r>
              <a:rPr lang="en-US" altLang="en-US" dirty="0">
                <a:latin typeface="Arial" panose="020B0604020202020204" pitchFamily="34" charset="0"/>
              </a:rPr>
              <a:t>issues affecting modern processors (e.g., caches, pipelines)</a:t>
            </a:r>
          </a:p>
        </p:txBody>
      </p:sp>
      <p:sp>
        <p:nvSpPr>
          <p:cNvPr id="25603" name="Rectangle 2">
            <a:extLst>
              <a:ext uri="{FF2B5EF4-FFF2-40B4-BE49-F238E27FC236}">
                <a16:creationId xmlns:a16="http://schemas.microsoft.com/office/drawing/2014/main" id="{BB4C7733-4B34-49E4-BC40-E776CA0FB42D}"/>
              </a:ext>
            </a:extLst>
          </p:cNvPr>
          <p:cNvSpPr txBox="1">
            <a:spLocks noChangeArrowheads="1"/>
          </p:cNvSpPr>
          <p:nvPr/>
        </p:nvSpPr>
        <p:spPr bwMode="auto">
          <a:xfrm>
            <a:off x="1524000" y="152400"/>
            <a:ext cx="91440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457200">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37931725" indent="-37474525" defTabSz="45720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defTabSz="4572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spcAft>
                <a:spcPct val="0"/>
              </a:spcAft>
              <a:buFontTx/>
              <a:buNone/>
            </a:pPr>
            <a:r>
              <a:rPr lang="en-US" altLang="en-US" sz="4000" i="0">
                <a:solidFill>
                  <a:srgbClr val="FF0000"/>
                </a:solidFill>
              </a:rPr>
              <a:t>Introduction</a:t>
            </a:r>
          </a:p>
        </p:txBody>
      </p:sp>
    </p:spTree>
    <p:extLst>
      <p:ext uri="{BB962C8B-B14F-4D97-AF65-F5344CB8AC3E}">
        <p14:creationId xmlns:p14="http://schemas.microsoft.com/office/powerpoint/2010/main" val="2822630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D0A83D9F-023D-4E96-BE11-8440F958370A}"/>
              </a:ext>
            </a:extLst>
          </p:cNvPr>
          <p:cNvSpPr txBox="1">
            <a:spLocks noChangeArrowheads="1"/>
          </p:cNvSpPr>
          <p:nvPr/>
        </p:nvSpPr>
        <p:spPr bwMode="auto">
          <a:xfrm>
            <a:off x="1524000" y="117475"/>
            <a:ext cx="91440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457200">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37931725" indent="-37474525" defTabSz="45720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defTabSz="4572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spcAft>
                <a:spcPct val="0"/>
              </a:spcAft>
              <a:buFontTx/>
              <a:buNone/>
            </a:pPr>
            <a:r>
              <a:rPr lang="en-US" altLang="en-US" sz="4000" i="0">
                <a:solidFill>
                  <a:srgbClr val="FF0000"/>
                </a:solidFill>
              </a:rPr>
              <a:t>Our Focus</a:t>
            </a:r>
          </a:p>
        </p:txBody>
      </p:sp>
      <p:sp>
        <p:nvSpPr>
          <p:cNvPr id="3" name="Rectangle 3">
            <a:extLst>
              <a:ext uri="{FF2B5EF4-FFF2-40B4-BE49-F238E27FC236}">
                <a16:creationId xmlns:a16="http://schemas.microsoft.com/office/drawing/2014/main" id="{F1B1E53B-E2CA-4F9A-B817-FD37F4108435}"/>
              </a:ext>
            </a:extLst>
          </p:cNvPr>
          <p:cNvSpPr txBox="1">
            <a:spLocks noChangeArrowheads="1"/>
          </p:cNvSpPr>
          <p:nvPr/>
        </p:nvSpPr>
        <p:spPr bwMode="auto">
          <a:xfrm>
            <a:off x="1676400" y="1066800"/>
            <a:ext cx="8991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ts val="1200"/>
              </a:spcBef>
              <a:spcAft>
                <a:spcPts val="600"/>
              </a:spcAft>
              <a:buChar char="•"/>
              <a:defRPr sz="3200" b="1" i="1">
                <a:solidFill>
                  <a:srgbClr val="000000"/>
                </a:solidFill>
                <a:latin typeface="Arial" pitchFamily="-107" charset="0"/>
                <a:ea typeface="ＭＳ Ｐゴシック" pitchFamily="-107" charset="-128"/>
                <a:cs typeface="ＭＳ Ｐゴシック" pitchFamily="-107" charset="-128"/>
              </a:defRPr>
            </a:lvl1pPr>
            <a:lvl2pPr marL="742950" indent="-285750" algn="l" rtl="0" eaLnBrk="0" fontAlgn="base" hangingPunct="0">
              <a:spcBef>
                <a:spcPts val="1200"/>
              </a:spcBef>
              <a:spcAft>
                <a:spcPts val="600"/>
              </a:spcAft>
              <a:buChar char="–"/>
              <a:defRPr sz="2800">
                <a:solidFill>
                  <a:schemeClr val="tx1"/>
                </a:solidFill>
                <a:latin typeface="Arial" pitchFamily="-107" charset="0"/>
                <a:ea typeface="ＭＳ Ｐゴシック" pitchFamily="-107" charset="-128"/>
              </a:defRPr>
            </a:lvl2pPr>
            <a:lvl3pPr marL="1143000" indent="-228600" algn="l" rtl="0" eaLnBrk="0" fontAlgn="base" hangingPunct="0">
              <a:spcBef>
                <a:spcPts val="1200"/>
              </a:spcBef>
              <a:spcAft>
                <a:spcPts val="600"/>
              </a:spcAft>
              <a:buChar char="•"/>
              <a:defRPr sz="2400" b="1">
                <a:solidFill>
                  <a:schemeClr val="tx1"/>
                </a:solidFill>
                <a:latin typeface="Arial" pitchFamily="-107" charset="0"/>
                <a:ea typeface="ＭＳ Ｐゴシック" pitchFamily="-107" charset="-128"/>
              </a:defRPr>
            </a:lvl3pPr>
            <a:lvl4pPr marL="1600200" indent="-228600" algn="l" rtl="0" eaLnBrk="0" fontAlgn="base" hangingPunct="0">
              <a:spcBef>
                <a:spcPts val="1200"/>
              </a:spcBef>
              <a:spcAft>
                <a:spcPts val="600"/>
              </a:spcAft>
              <a:buChar char="–"/>
              <a:defRPr sz="2000">
                <a:solidFill>
                  <a:schemeClr val="tx1"/>
                </a:solidFill>
                <a:latin typeface="Arial" pitchFamily="-107" charset="0"/>
                <a:ea typeface="ＭＳ Ｐゴシック" pitchFamily="-107" charset="-128"/>
              </a:defRPr>
            </a:lvl4pPr>
            <a:lvl5pPr marL="2057400" indent="-228600" algn="l" rtl="0" eaLnBrk="0" fontAlgn="base" hangingPunct="0">
              <a:spcBef>
                <a:spcPts val="1200"/>
              </a:spcBef>
              <a:spcAft>
                <a:spcPts val="300"/>
              </a:spcAft>
              <a:buChar char="»"/>
              <a:defRPr sz="2000" i="1">
                <a:solidFill>
                  <a:schemeClr val="tx1"/>
                </a:solidFill>
                <a:latin typeface="Arial" pitchFamily="-107" charset="0"/>
                <a:ea typeface="ＭＳ Ｐゴシック" pitchFamily="-107" charset="-128"/>
              </a:defRPr>
            </a:lvl5pPr>
            <a:lvl6pPr marL="2514600" indent="-228600" algn="l" rtl="0" fontAlgn="base">
              <a:spcBef>
                <a:spcPts val="1200"/>
              </a:spcBef>
              <a:spcAft>
                <a:spcPts val="300"/>
              </a:spcAft>
              <a:buChar char="»"/>
              <a:defRPr sz="2000" i="1">
                <a:solidFill>
                  <a:schemeClr val="tx1"/>
                </a:solidFill>
                <a:latin typeface="+mn-lt"/>
              </a:defRPr>
            </a:lvl6pPr>
            <a:lvl7pPr marL="2971800" indent="-228600" algn="l" rtl="0" fontAlgn="base">
              <a:spcBef>
                <a:spcPts val="1200"/>
              </a:spcBef>
              <a:spcAft>
                <a:spcPts val="300"/>
              </a:spcAft>
              <a:buChar char="»"/>
              <a:defRPr sz="2000" i="1">
                <a:solidFill>
                  <a:schemeClr val="tx1"/>
                </a:solidFill>
                <a:latin typeface="+mn-lt"/>
              </a:defRPr>
            </a:lvl7pPr>
            <a:lvl8pPr marL="3429000" indent="-228600" algn="l" rtl="0" fontAlgn="base">
              <a:spcBef>
                <a:spcPts val="1200"/>
              </a:spcBef>
              <a:spcAft>
                <a:spcPts val="300"/>
              </a:spcAft>
              <a:buChar char="»"/>
              <a:defRPr sz="2000" i="1">
                <a:solidFill>
                  <a:schemeClr val="tx1"/>
                </a:solidFill>
                <a:latin typeface="+mn-lt"/>
              </a:defRPr>
            </a:lvl8pPr>
            <a:lvl9pPr marL="3886200" indent="-228600" algn="l" rtl="0" fontAlgn="base">
              <a:spcBef>
                <a:spcPts val="1200"/>
              </a:spcBef>
              <a:spcAft>
                <a:spcPts val="300"/>
              </a:spcAft>
              <a:buChar char="»"/>
              <a:defRPr sz="2000" i="1">
                <a:solidFill>
                  <a:schemeClr val="tx1"/>
                </a:solidFill>
                <a:latin typeface="+mn-lt"/>
              </a:defRPr>
            </a:lvl9pPr>
          </a:lstStyle>
          <a:p>
            <a:pPr eaLnBrk="1" hangingPunct="1">
              <a:spcBef>
                <a:spcPts val="600"/>
              </a:spcBef>
              <a:defRPr/>
            </a:pPr>
            <a:r>
              <a:rPr lang="en-US" altLang="en-US" sz="2800" kern="0" dirty="0">
                <a:solidFill>
                  <a:srgbClr val="3366FF"/>
                </a:solidFill>
              </a:rPr>
              <a:t>CPU consists of </a:t>
            </a:r>
          </a:p>
          <a:p>
            <a:pPr lvl="1" eaLnBrk="1" hangingPunct="1">
              <a:spcBef>
                <a:spcPts val="600"/>
              </a:spcBef>
              <a:defRPr/>
            </a:pPr>
            <a:r>
              <a:rPr lang="en-US" altLang="en-US" sz="2400" kern="0" dirty="0" err="1"/>
              <a:t>datapath</a:t>
            </a:r>
            <a:r>
              <a:rPr lang="en-US" altLang="en-US" sz="2400" kern="0" dirty="0"/>
              <a:t> </a:t>
            </a:r>
          </a:p>
          <a:p>
            <a:pPr lvl="1" eaLnBrk="1" hangingPunct="1">
              <a:spcBef>
                <a:spcPts val="600"/>
              </a:spcBef>
              <a:defRPr/>
            </a:pPr>
            <a:r>
              <a:rPr lang="en-US" altLang="en-US" sz="2400" kern="0" dirty="0"/>
              <a:t>control</a:t>
            </a:r>
          </a:p>
          <a:p>
            <a:pPr eaLnBrk="1" hangingPunct="1">
              <a:spcBef>
                <a:spcPts val="600"/>
              </a:spcBef>
              <a:defRPr/>
            </a:pPr>
            <a:r>
              <a:rPr lang="en-US" altLang="en-US" sz="2800" i="0" kern="0" dirty="0"/>
              <a:t>…implemented using millions of transistors</a:t>
            </a:r>
          </a:p>
          <a:p>
            <a:pPr eaLnBrk="1" hangingPunct="1">
              <a:spcBef>
                <a:spcPts val="600"/>
              </a:spcBef>
              <a:defRPr/>
            </a:pPr>
            <a:r>
              <a:rPr lang="en-US" altLang="en-US" sz="2800" i="0" kern="0" dirty="0"/>
              <a:t>…impossible to understand by looking at individual transistors</a:t>
            </a:r>
          </a:p>
          <a:p>
            <a:pPr eaLnBrk="1" hangingPunct="1">
              <a:spcBef>
                <a:spcPts val="600"/>
              </a:spcBef>
              <a:defRPr/>
            </a:pPr>
            <a:r>
              <a:rPr lang="en-US" altLang="en-US" sz="2800" i="0" kern="0" dirty="0"/>
              <a:t>we need...</a:t>
            </a:r>
            <a:br>
              <a:rPr lang="en-US" altLang="en-US" sz="4000" kern="0" dirty="0"/>
            </a:br>
            <a:endParaRPr lang="en-US" altLang="en-US" sz="4000" kern="0" dirty="0"/>
          </a:p>
        </p:txBody>
      </p:sp>
    </p:spTree>
    <p:extLst>
      <p:ext uri="{BB962C8B-B14F-4D97-AF65-F5344CB8AC3E}">
        <p14:creationId xmlns:p14="http://schemas.microsoft.com/office/powerpoint/2010/main" val="1433615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7B861A9-F56B-4F74-B95E-D009741A800B}"/>
              </a:ext>
            </a:extLst>
          </p:cNvPr>
          <p:cNvSpPr txBox="1">
            <a:spLocks noChangeArrowheads="1"/>
          </p:cNvSpPr>
          <p:nvPr/>
        </p:nvSpPr>
        <p:spPr bwMode="auto">
          <a:xfrm>
            <a:off x="1524000" y="69850"/>
            <a:ext cx="50292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457200">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37931725" indent="-37474525" defTabSz="45720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defTabSz="4572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spcAft>
                <a:spcPct val="0"/>
              </a:spcAft>
              <a:buFontTx/>
              <a:buNone/>
            </a:pPr>
            <a:r>
              <a:rPr lang="en-US" altLang="en-US" sz="4000" i="0">
                <a:solidFill>
                  <a:srgbClr val="FF0000"/>
                </a:solidFill>
              </a:rPr>
              <a:t>Abstraction</a:t>
            </a:r>
          </a:p>
        </p:txBody>
      </p:sp>
      <p:sp>
        <p:nvSpPr>
          <p:cNvPr id="3" name="Rectangle 3">
            <a:extLst>
              <a:ext uri="{FF2B5EF4-FFF2-40B4-BE49-F238E27FC236}">
                <a16:creationId xmlns:a16="http://schemas.microsoft.com/office/drawing/2014/main" id="{D9FD1701-6462-42D6-9750-16A93A1FB222}"/>
              </a:ext>
            </a:extLst>
          </p:cNvPr>
          <p:cNvSpPr txBox="1">
            <a:spLocks noChangeArrowheads="1"/>
          </p:cNvSpPr>
          <p:nvPr/>
        </p:nvSpPr>
        <p:spPr bwMode="auto">
          <a:xfrm>
            <a:off x="1524000" y="1447800"/>
            <a:ext cx="44958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lvl1pPr marL="342900" indent="-342900" algn="l" rtl="0" eaLnBrk="0" fontAlgn="base" hangingPunct="0">
              <a:spcBef>
                <a:spcPts val="1200"/>
              </a:spcBef>
              <a:spcAft>
                <a:spcPts val="600"/>
              </a:spcAft>
              <a:buChar char="•"/>
              <a:defRPr sz="3200" b="1" i="1">
                <a:solidFill>
                  <a:srgbClr val="000000"/>
                </a:solidFill>
                <a:latin typeface="Arial" pitchFamily="-107" charset="0"/>
                <a:ea typeface="ＭＳ Ｐゴシック" pitchFamily="-107" charset="-128"/>
                <a:cs typeface="ＭＳ Ｐゴシック" pitchFamily="-107" charset="-128"/>
              </a:defRPr>
            </a:lvl1pPr>
            <a:lvl2pPr marL="742950" indent="-285750" algn="l" rtl="0" eaLnBrk="0" fontAlgn="base" hangingPunct="0">
              <a:spcBef>
                <a:spcPts val="1200"/>
              </a:spcBef>
              <a:spcAft>
                <a:spcPts val="600"/>
              </a:spcAft>
              <a:buChar char="–"/>
              <a:defRPr sz="2800">
                <a:solidFill>
                  <a:schemeClr val="tx1"/>
                </a:solidFill>
                <a:latin typeface="Arial" pitchFamily="-107" charset="0"/>
                <a:ea typeface="ＭＳ Ｐゴシック" pitchFamily="-107" charset="-128"/>
              </a:defRPr>
            </a:lvl2pPr>
            <a:lvl3pPr marL="1143000" indent="-228600" algn="l" rtl="0" eaLnBrk="0" fontAlgn="base" hangingPunct="0">
              <a:spcBef>
                <a:spcPts val="1200"/>
              </a:spcBef>
              <a:spcAft>
                <a:spcPts val="600"/>
              </a:spcAft>
              <a:buChar char="•"/>
              <a:defRPr sz="2400" b="1">
                <a:solidFill>
                  <a:schemeClr val="tx1"/>
                </a:solidFill>
                <a:latin typeface="Arial" pitchFamily="-107" charset="0"/>
                <a:ea typeface="ＭＳ Ｐゴシック" pitchFamily="-107" charset="-128"/>
              </a:defRPr>
            </a:lvl3pPr>
            <a:lvl4pPr marL="1600200" indent="-228600" algn="l" rtl="0" eaLnBrk="0" fontAlgn="base" hangingPunct="0">
              <a:spcBef>
                <a:spcPts val="1200"/>
              </a:spcBef>
              <a:spcAft>
                <a:spcPts val="600"/>
              </a:spcAft>
              <a:buChar char="–"/>
              <a:defRPr sz="2000">
                <a:solidFill>
                  <a:schemeClr val="tx1"/>
                </a:solidFill>
                <a:latin typeface="Arial" pitchFamily="-107" charset="0"/>
                <a:ea typeface="ＭＳ Ｐゴシック" pitchFamily="-107" charset="-128"/>
              </a:defRPr>
            </a:lvl4pPr>
            <a:lvl5pPr marL="2057400" indent="-228600" algn="l" rtl="0" eaLnBrk="0" fontAlgn="base" hangingPunct="0">
              <a:spcBef>
                <a:spcPts val="1200"/>
              </a:spcBef>
              <a:spcAft>
                <a:spcPts val="300"/>
              </a:spcAft>
              <a:buChar char="»"/>
              <a:defRPr sz="2000" i="1">
                <a:solidFill>
                  <a:schemeClr val="tx1"/>
                </a:solidFill>
                <a:latin typeface="Arial" pitchFamily="-107" charset="0"/>
                <a:ea typeface="ＭＳ Ｐゴシック" pitchFamily="-107" charset="-128"/>
              </a:defRPr>
            </a:lvl5pPr>
            <a:lvl6pPr marL="2514600" indent="-228600" algn="l" rtl="0" fontAlgn="base">
              <a:spcBef>
                <a:spcPts val="1200"/>
              </a:spcBef>
              <a:spcAft>
                <a:spcPts val="300"/>
              </a:spcAft>
              <a:buChar char="»"/>
              <a:defRPr sz="2000" i="1">
                <a:solidFill>
                  <a:schemeClr val="tx1"/>
                </a:solidFill>
                <a:latin typeface="+mn-lt"/>
              </a:defRPr>
            </a:lvl6pPr>
            <a:lvl7pPr marL="2971800" indent="-228600" algn="l" rtl="0" fontAlgn="base">
              <a:spcBef>
                <a:spcPts val="1200"/>
              </a:spcBef>
              <a:spcAft>
                <a:spcPts val="300"/>
              </a:spcAft>
              <a:buChar char="»"/>
              <a:defRPr sz="2000" i="1">
                <a:solidFill>
                  <a:schemeClr val="tx1"/>
                </a:solidFill>
                <a:latin typeface="+mn-lt"/>
              </a:defRPr>
            </a:lvl7pPr>
            <a:lvl8pPr marL="3429000" indent="-228600" algn="l" rtl="0" fontAlgn="base">
              <a:spcBef>
                <a:spcPts val="1200"/>
              </a:spcBef>
              <a:spcAft>
                <a:spcPts val="300"/>
              </a:spcAft>
              <a:buChar char="»"/>
              <a:defRPr sz="2000" i="1">
                <a:solidFill>
                  <a:schemeClr val="tx1"/>
                </a:solidFill>
                <a:latin typeface="+mn-lt"/>
              </a:defRPr>
            </a:lvl8pPr>
            <a:lvl9pPr marL="3886200" indent="-228600" algn="l" rtl="0" fontAlgn="base">
              <a:spcBef>
                <a:spcPts val="1200"/>
              </a:spcBef>
              <a:spcAft>
                <a:spcPts val="300"/>
              </a:spcAft>
              <a:buChar char="»"/>
              <a:defRPr sz="2000" i="1">
                <a:solidFill>
                  <a:schemeClr val="tx1"/>
                </a:solidFill>
                <a:latin typeface="+mn-lt"/>
              </a:defRPr>
            </a:lvl9pPr>
          </a:lstStyle>
          <a:p>
            <a:pPr eaLnBrk="1" hangingPunct="1">
              <a:lnSpc>
                <a:spcPct val="90000"/>
              </a:lnSpc>
              <a:spcBef>
                <a:spcPts val="600"/>
              </a:spcBef>
              <a:defRPr/>
            </a:pPr>
            <a:r>
              <a:rPr lang="en-US" altLang="en-US" sz="2400" i="0" kern="0" dirty="0"/>
              <a:t>Delving into the depths reveals more information, but…</a:t>
            </a:r>
          </a:p>
          <a:p>
            <a:pPr eaLnBrk="1" hangingPunct="1">
              <a:lnSpc>
                <a:spcPct val="90000"/>
              </a:lnSpc>
              <a:spcBef>
                <a:spcPts val="600"/>
              </a:spcBef>
              <a:defRPr/>
            </a:pPr>
            <a:r>
              <a:rPr lang="en-US" altLang="en-US" sz="2400" i="0" kern="0" dirty="0"/>
              <a:t>An abstraction omits </a:t>
            </a:r>
            <a:r>
              <a:rPr lang="en-US" altLang="en-US" sz="2400" kern="0" dirty="0"/>
              <a:t>‘un-wanted’</a:t>
            </a:r>
            <a:r>
              <a:rPr lang="en-US" altLang="en-US" sz="2400" i="0" kern="0" dirty="0"/>
              <a:t> detail, helps us cope with complexity</a:t>
            </a:r>
          </a:p>
          <a:p>
            <a:pPr eaLnBrk="1" hangingPunct="1">
              <a:lnSpc>
                <a:spcPct val="90000"/>
              </a:lnSpc>
              <a:spcBef>
                <a:spcPts val="600"/>
              </a:spcBef>
              <a:buNone/>
              <a:defRPr/>
            </a:pPr>
            <a:endParaRPr lang="en-US" altLang="en-US" sz="2400" i="0" kern="0" dirty="0"/>
          </a:p>
          <a:p>
            <a:pPr eaLnBrk="1" hangingPunct="1">
              <a:lnSpc>
                <a:spcPct val="90000"/>
              </a:lnSpc>
              <a:spcBef>
                <a:spcPts val="600"/>
              </a:spcBef>
              <a:defRPr/>
            </a:pPr>
            <a:r>
              <a:rPr lang="en-US" altLang="en-US" sz="2400" i="0" kern="0" dirty="0">
                <a:latin typeface="Times New Roman" pitchFamily="18" charset="0"/>
              </a:rPr>
              <a:t>From the figure on the right, how does abstraction help the programmer and how does he/she avoid too much detail?</a:t>
            </a:r>
          </a:p>
        </p:txBody>
      </p:sp>
      <p:pic>
        <p:nvPicPr>
          <p:cNvPr id="4" name="Picture 4">
            <a:extLst>
              <a:ext uri="{FF2B5EF4-FFF2-40B4-BE49-F238E27FC236}">
                <a16:creationId xmlns:a16="http://schemas.microsoft.com/office/drawing/2014/main" id="{EFF96C2D-3565-44AF-B546-4552A0428736}"/>
              </a:ext>
            </a:extLst>
          </p:cNvPr>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72200" y="36513"/>
            <a:ext cx="4495800" cy="6781800"/>
          </a:xfrm>
          <a:prstGeom prst="rect">
            <a:avLst/>
          </a:prstGeom>
          <a:solidFill>
            <a:srgbClr val="FFFFCC"/>
          </a:solidFill>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72853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753B538C-D617-4EC4-A803-8CE399A2528A}"/>
              </a:ext>
            </a:extLst>
          </p:cNvPr>
          <p:cNvSpPr txBox="1">
            <a:spLocks noChangeArrowheads="1"/>
          </p:cNvSpPr>
          <p:nvPr/>
        </p:nvSpPr>
        <p:spPr bwMode="auto">
          <a:xfrm>
            <a:off x="1524000" y="298450"/>
            <a:ext cx="91440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457200">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37931725" indent="-37474525" defTabSz="45720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defTabSz="4572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spcAft>
                <a:spcPct val="0"/>
              </a:spcAft>
              <a:buFontTx/>
              <a:buNone/>
            </a:pPr>
            <a:r>
              <a:rPr lang="en-US" altLang="en-US" sz="4000" i="0">
                <a:solidFill>
                  <a:srgbClr val="FF0000"/>
                </a:solidFill>
              </a:rPr>
              <a:t>Instruction Set Architecture</a:t>
            </a:r>
          </a:p>
        </p:txBody>
      </p:sp>
      <p:grpSp>
        <p:nvGrpSpPr>
          <p:cNvPr id="29699" name="Group 2">
            <a:extLst>
              <a:ext uri="{FF2B5EF4-FFF2-40B4-BE49-F238E27FC236}">
                <a16:creationId xmlns:a16="http://schemas.microsoft.com/office/drawing/2014/main" id="{3A9627FD-BF10-4AFC-9800-4ED02797A1A2}"/>
              </a:ext>
            </a:extLst>
          </p:cNvPr>
          <p:cNvGrpSpPr>
            <a:grpSpLocks/>
          </p:cNvGrpSpPr>
          <p:nvPr/>
        </p:nvGrpSpPr>
        <p:grpSpPr bwMode="auto">
          <a:xfrm>
            <a:off x="1676400" y="1371600"/>
            <a:ext cx="8839200" cy="5257800"/>
            <a:chOff x="850900" y="2520950"/>
            <a:chExt cx="7067550" cy="3575050"/>
          </a:xfrm>
        </p:grpSpPr>
        <p:sp>
          <p:nvSpPr>
            <p:cNvPr id="29700" name="Rectangle 3">
              <a:extLst>
                <a:ext uri="{FF2B5EF4-FFF2-40B4-BE49-F238E27FC236}">
                  <a16:creationId xmlns:a16="http://schemas.microsoft.com/office/drawing/2014/main" id="{99B5A411-8449-4B8E-9840-F11B8DAFE90C}"/>
                </a:ext>
              </a:extLst>
            </p:cNvPr>
            <p:cNvSpPr>
              <a:spLocks noChangeArrowheads="1"/>
            </p:cNvSpPr>
            <p:nvPr/>
          </p:nvSpPr>
          <p:spPr bwMode="auto">
            <a:xfrm>
              <a:off x="1225550" y="3886200"/>
              <a:ext cx="6692900" cy="444500"/>
            </a:xfrm>
            <a:prstGeom prst="rect">
              <a:avLst/>
            </a:prstGeom>
            <a:blipFill dpi="0" rotWithShape="0">
              <a:blip r:embed="rId2"/>
              <a:srcRect/>
              <a:tile tx="0" ty="0" sx="100000" sy="100000" flip="none" algn="tl"/>
            </a:bli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ahoma" panose="020B0604030504040204" pitchFamily="34" charset="0"/>
              </a:endParaRPr>
            </a:p>
          </p:txBody>
        </p:sp>
        <p:sp>
          <p:nvSpPr>
            <p:cNvPr id="29701" name="Oval 4">
              <a:extLst>
                <a:ext uri="{FF2B5EF4-FFF2-40B4-BE49-F238E27FC236}">
                  <a16:creationId xmlns:a16="http://schemas.microsoft.com/office/drawing/2014/main" id="{561C83D3-9C96-41DD-8A9F-489FA9BF4988}"/>
                </a:ext>
              </a:extLst>
            </p:cNvPr>
            <p:cNvSpPr>
              <a:spLocks noChangeArrowheads="1"/>
            </p:cNvSpPr>
            <p:nvPr/>
          </p:nvSpPr>
          <p:spPr bwMode="auto">
            <a:xfrm>
              <a:off x="3740150" y="2520950"/>
              <a:ext cx="368300" cy="292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ahoma" panose="020B0604030504040204" pitchFamily="34" charset="0"/>
              </a:endParaRPr>
            </a:p>
          </p:txBody>
        </p:sp>
        <p:sp>
          <p:nvSpPr>
            <p:cNvPr id="29702" name="Line 5">
              <a:extLst>
                <a:ext uri="{FF2B5EF4-FFF2-40B4-BE49-F238E27FC236}">
                  <a16:creationId xmlns:a16="http://schemas.microsoft.com/office/drawing/2014/main" id="{57F267B8-DC3C-492A-80D2-787FE54DA9A3}"/>
                </a:ext>
              </a:extLst>
            </p:cNvPr>
            <p:cNvSpPr>
              <a:spLocks noChangeShapeType="1"/>
            </p:cNvSpPr>
            <p:nvPr/>
          </p:nvSpPr>
          <p:spPr bwMode="auto">
            <a:xfrm flipH="1">
              <a:off x="3886200" y="2819400"/>
              <a:ext cx="76200" cy="609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03" name="Line 6">
              <a:extLst>
                <a:ext uri="{FF2B5EF4-FFF2-40B4-BE49-F238E27FC236}">
                  <a16:creationId xmlns:a16="http://schemas.microsoft.com/office/drawing/2014/main" id="{07B0035C-9078-4D5B-A999-A534ADC911D9}"/>
                </a:ext>
              </a:extLst>
            </p:cNvPr>
            <p:cNvSpPr>
              <a:spLocks noChangeShapeType="1"/>
            </p:cNvSpPr>
            <p:nvPr/>
          </p:nvSpPr>
          <p:spPr bwMode="auto">
            <a:xfrm>
              <a:off x="3886200" y="3429000"/>
              <a:ext cx="228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04" name="Line 7">
              <a:extLst>
                <a:ext uri="{FF2B5EF4-FFF2-40B4-BE49-F238E27FC236}">
                  <a16:creationId xmlns:a16="http://schemas.microsoft.com/office/drawing/2014/main" id="{F06B71E8-63F1-4F63-A614-25158BC8BAB3}"/>
                </a:ext>
              </a:extLst>
            </p:cNvPr>
            <p:cNvSpPr>
              <a:spLocks noChangeShapeType="1"/>
            </p:cNvSpPr>
            <p:nvPr/>
          </p:nvSpPr>
          <p:spPr bwMode="auto">
            <a:xfrm>
              <a:off x="4114800" y="3429000"/>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05" name="Line 8">
              <a:extLst>
                <a:ext uri="{FF2B5EF4-FFF2-40B4-BE49-F238E27FC236}">
                  <a16:creationId xmlns:a16="http://schemas.microsoft.com/office/drawing/2014/main" id="{FE6EFDB0-C7B8-4EF3-9B5B-1C7F08821C11}"/>
                </a:ext>
              </a:extLst>
            </p:cNvPr>
            <p:cNvSpPr>
              <a:spLocks noChangeShapeType="1"/>
            </p:cNvSpPr>
            <p:nvPr/>
          </p:nvSpPr>
          <p:spPr bwMode="auto">
            <a:xfrm>
              <a:off x="4114800" y="3733800"/>
              <a:ext cx="76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06" name="Line 9">
              <a:extLst>
                <a:ext uri="{FF2B5EF4-FFF2-40B4-BE49-F238E27FC236}">
                  <a16:creationId xmlns:a16="http://schemas.microsoft.com/office/drawing/2014/main" id="{0FA3AD07-CA4C-493E-8E9C-9B6B6DF27248}"/>
                </a:ext>
              </a:extLst>
            </p:cNvPr>
            <p:cNvSpPr>
              <a:spLocks noChangeShapeType="1"/>
            </p:cNvSpPr>
            <p:nvPr/>
          </p:nvSpPr>
          <p:spPr bwMode="auto">
            <a:xfrm flipH="1">
              <a:off x="3733800" y="3429000"/>
              <a:ext cx="15240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07" name="Line 10">
              <a:extLst>
                <a:ext uri="{FF2B5EF4-FFF2-40B4-BE49-F238E27FC236}">
                  <a16:creationId xmlns:a16="http://schemas.microsoft.com/office/drawing/2014/main" id="{B6BE494E-9ECF-47AD-B8AB-7B448130DD02}"/>
                </a:ext>
              </a:extLst>
            </p:cNvPr>
            <p:cNvSpPr>
              <a:spLocks noChangeShapeType="1"/>
            </p:cNvSpPr>
            <p:nvPr/>
          </p:nvSpPr>
          <p:spPr bwMode="auto">
            <a:xfrm flipH="1">
              <a:off x="3505200" y="3810000"/>
              <a:ext cx="228600" cy="152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08" name="Line 11">
              <a:extLst>
                <a:ext uri="{FF2B5EF4-FFF2-40B4-BE49-F238E27FC236}">
                  <a16:creationId xmlns:a16="http://schemas.microsoft.com/office/drawing/2014/main" id="{213BC355-5AF4-481B-83E5-9A4B7D7947B9}"/>
                </a:ext>
              </a:extLst>
            </p:cNvPr>
            <p:cNvSpPr>
              <a:spLocks noChangeShapeType="1"/>
            </p:cNvSpPr>
            <p:nvPr/>
          </p:nvSpPr>
          <p:spPr bwMode="auto">
            <a:xfrm>
              <a:off x="3962400" y="3048000"/>
              <a:ext cx="228600" cy="152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09" name="Line 12">
              <a:extLst>
                <a:ext uri="{FF2B5EF4-FFF2-40B4-BE49-F238E27FC236}">
                  <a16:creationId xmlns:a16="http://schemas.microsoft.com/office/drawing/2014/main" id="{BFA0B720-D540-4202-B1BA-B48D40F68426}"/>
                </a:ext>
              </a:extLst>
            </p:cNvPr>
            <p:cNvSpPr>
              <a:spLocks noChangeShapeType="1"/>
            </p:cNvSpPr>
            <p:nvPr/>
          </p:nvSpPr>
          <p:spPr bwMode="auto">
            <a:xfrm flipV="1">
              <a:off x="4191000" y="3048000"/>
              <a:ext cx="152400" cy="152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10" name="Line 13">
              <a:extLst>
                <a:ext uri="{FF2B5EF4-FFF2-40B4-BE49-F238E27FC236}">
                  <a16:creationId xmlns:a16="http://schemas.microsoft.com/office/drawing/2014/main" id="{F9F9F921-BC99-47FF-92C7-27FDF4F7AF3C}"/>
                </a:ext>
              </a:extLst>
            </p:cNvPr>
            <p:cNvSpPr>
              <a:spLocks noChangeShapeType="1"/>
            </p:cNvSpPr>
            <p:nvPr/>
          </p:nvSpPr>
          <p:spPr bwMode="auto">
            <a:xfrm>
              <a:off x="3886200" y="2971800"/>
              <a:ext cx="228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11" name="Line 14">
              <a:extLst>
                <a:ext uri="{FF2B5EF4-FFF2-40B4-BE49-F238E27FC236}">
                  <a16:creationId xmlns:a16="http://schemas.microsoft.com/office/drawing/2014/main" id="{B40DE62A-E209-4E8C-8FEC-28306FD9A290}"/>
                </a:ext>
              </a:extLst>
            </p:cNvPr>
            <p:cNvSpPr>
              <a:spLocks noChangeShapeType="1"/>
            </p:cNvSpPr>
            <p:nvPr/>
          </p:nvSpPr>
          <p:spPr bwMode="auto">
            <a:xfrm flipV="1">
              <a:off x="4114800" y="2819400"/>
              <a:ext cx="152400" cy="152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12" name="Oval 15">
              <a:extLst>
                <a:ext uri="{FF2B5EF4-FFF2-40B4-BE49-F238E27FC236}">
                  <a16:creationId xmlns:a16="http://schemas.microsoft.com/office/drawing/2014/main" id="{83AC4374-82E8-4657-BF32-6D46549656E7}"/>
                </a:ext>
              </a:extLst>
            </p:cNvPr>
            <p:cNvSpPr>
              <a:spLocks noChangeArrowheads="1"/>
            </p:cNvSpPr>
            <p:nvPr/>
          </p:nvSpPr>
          <p:spPr bwMode="auto">
            <a:xfrm>
              <a:off x="5111750" y="2597150"/>
              <a:ext cx="368300" cy="292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ahoma" panose="020B0604030504040204" pitchFamily="34" charset="0"/>
              </a:endParaRPr>
            </a:p>
          </p:txBody>
        </p:sp>
        <p:sp>
          <p:nvSpPr>
            <p:cNvPr id="29713" name="Line 16">
              <a:extLst>
                <a:ext uri="{FF2B5EF4-FFF2-40B4-BE49-F238E27FC236}">
                  <a16:creationId xmlns:a16="http://schemas.microsoft.com/office/drawing/2014/main" id="{78DB9699-A063-4F40-AAC4-FE6FC41EFB16}"/>
                </a:ext>
              </a:extLst>
            </p:cNvPr>
            <p:cNvSpPr>
              <a:spLocks noChangeShapeType="1"/>
            </p:cNvSpPr>
            <p:nvPr/>
          </p:nvSpPr>
          <p:spPr bwMode="auto">
            <a:xfrm>
              <a:off x="5334000" y="2895600"/>
              <a:ext cx="76200" cy="685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14" name="Line 17">
              <a:extLst>
                <a:ext uri="{FF2B5EF4-FFF2-40B4-BE49-F238E27FC236}">
                  <a16:creationId xmlns:a16="http://schemas.microsoft.com/office/drawing/2014/main" id="{997C9CC6-A767-4400-95E9-8A900408A3FA}"/>
                </a:ext>
              </a:extLst>
            </p:cNvPr>
            <p:cNvSpPr>
              <a:spLocks noChangeShapeType="1"/>
            </p:cNvSpPr>
            <p:nvPr/>
          </p:nvSpPr>
          <p:spPr bwMode="auto">
            <a:xfrm flipH="1">
              <a:off x="5105400" y="3505200"/>
              <a:ext cx="304800" cy="22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15" name="Line 18">
              <a:extLst>
                <a:ext uri="{FF2B5EF4-FFF2-40B4-BE49-F238E27FC236}">
                  <a16:creationId xmlns:a16="http://schemas.microsoft.com/office/drawing/2014/main" id="{A9F4B0C3-391B-4445-8F19-42E628B1A0ED}"/>
                </a:ext>
              </a:extLst>
            </p:cNvPr>
            <p:cNvSpPr>
              <a:spLocks noChangeShapeType="1"/>
            </p:cNvSpPr>
            <p:nvPr/>
          </p:nvSpPr>
          <p:spPr bwMode="auto">
            <a:xfrm>
              <a:off x="5105400" y="3733800"/>
              <a:ext cx="15240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16" name="Line 19">
              <a:extLst>
                <a:ext uri="{FF2B5EF4-FFF2-40B4-BE49-F238E27FC236}">
                  <a16:creationId xmlns:a16="http://schemas.microsoft.com/office/drawing/2014/main" id="{4A948893-E10E-4F5B-A3A5-02345FDAD012}"/>
                </a:ext>
              </a:extLst>
            </p:cNvPr>
            <p:cNvSpPr>
              <a:spLocks noChangeShapeType="1"/>
            </p:cNvSpPr>
            <p:nvPr/>
          </p:nvSpPr>
          <p:spPr bwMode="auto">
            <a:xfrm>
              <a:off x="5410200" y="3505200"/>
              <a:ext cx="304800" cy="22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17" name="Line 20">
              <a:extLst>
                <a:ext uri="{FF2B5EF4-FFF2-40B4-BE49-F238E27FC236}">
                  <a16:creationId xmlns:a16="http://schemas.microsoft.com/office/drawing/2014/main" id="{EA3CE330-445A-4F78-9BBA-CD2B33751AC6}"/>
                </a:ext>
              </a:extLst>
            </p:cNvPr>
            <p:cNvSpPr>
              <a:spLocks noChangeShapeType="1"/>
            </p:cNvSpPr>
            <p:nvPr/>
          </p:nvSpPr>
          <p:spPr bwMode="auto">
            <a:xfrm flipV="1">
              <a:off x="5715000" y="3581400"/>
              <a:ext cx="228600" cy="152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18" name="Line 21">
              <a:extLst>
                <a:ext uri="{FF2B5EF4-FFF2-40B4-BE49-F238E27FC236}">
                  <a16:creationId xmlns:a16="http://schemas.microsoft.com/office/drawing/2014/main" id="{E96DC012-4B81-4593-8F55-8420A25EDDE8}"/>
                </a:ext>
              </a:extLst>
            </p:cNvPr>
            <p:cNvSpPr>
              <a:spLocks noChangeShapeType="1"/>
            </p:cNvSpPr>
            <p:nvPr/>
          </p:nvSpPr>
          <p:spPr bwMode="auto">
            <a:xfrm>
              <a:off x="5943600" y="3581400"/>
              <a:ext cx="76200" cy="76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19" name="Line 22">
              <a:extLst>
                <a:ext uri="{FF2B5EF4-FFF2-40B4-BE49-F238E27FC236}">
                  <a16:creationId xmlns:a16="http://schemas.microsoft.com/office/drawing/2014/main" id="{18A8F3B5-B9D1-4813-BF36-984B1D436F88}"/>
                </a:ext>
              </a:extLst>
            </p:cNvPr>
            <p:cNvSpPr>
              <a:spLocks noChangeShapeType="1"/>
            </p:cNvSpPr>
            <p:nvPr/>
          </p:nvSpPr>
          <p:spPr bwMode="auto">
            <a:xfrm flipH="1">
              <a:off x="5181600" y="3124200"/>
              <a:ext cx="152400" cy="22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20" name="Line 23">
              <a:extLst>
                <a:ext uri="{FF2B5EF4-FFF2-40B4-BE49-F238E27FC236}">
                  <a16:creationId xmlns:a16="http://schemas.microsoft.com/office/drawing/2014/main" id="{113949E1-FFAC-45E1-B314-56D0C8EE8A6A}"/>
                </a:ext>
              </a:extLst>
            </p:cNvPr>
            <p:cNvSpPr>
              <a:spLocks noChangeShapeType="1"/>
            </p:cNvSpPr>
            <p:nvPr/>
          </p:nvSpPr>
          <p:spPr bwMode="auto">
            <a:xfrm flipH="1" flipV="1">
              <a:off x="4953000" y="3276600"/>
              <a:ext cx="228600" cy="76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21" name="Line 24">
              <a:extLst>
                <a:ext uri="{FF2B5EF4-FFF2-40B4-BE49-F238E27FC236}">
                  <a16:creationId xmlns:a16="http://schemas.microsoft.com/office/drawing/2014/main" id="{49F3CB80-4167-4994-8EC4-8F772FAAD1BB}"/>
                </a:ext>
              </a:extLst>
            </p:cNvPr>
            <p:cNvSpPr>
              <a:spLocks noChangeShapeType="1"/>
            </p:cNvSpPr>
            <p:nvPr/>
          </p:nvSpPr>
          <p:spPr bwMode="auto">
            <a:xfrm flipH="1">
              <a:off x="5029200" y="3048000"/>
              <a:ext cx="304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22" name="Line 25">
              <a:extLst>
                <a:ext uri="{FF2B5EF4-FFF2-40B4-BE49-F238E27FC236}">
                  <a16:creationId xmlns:a16="http://schemas.microsoft.com/office/drawing/2014/main" id="{FB62B95D-4DD9-44F5-89BC-F1180C2F5167}"/>
                </a:ext>
              </a:extLst>
            </p:cNvPr>
            <p:cNvSpPr>
              <a:spLocks noChangeShapeType="1"/>
            </p:cNvSpPr>
            <p:nvPr/>
          </p:nvSpPr>
          <p:spPr bwMode="auto">
            <a:xfrm flipH="1" flipV="1">
              <a:off x="4800600" y="2895600"/>
              <a:ext cx="228600" cy="152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23" name="Line 26">
              <a:extLst>
                <a:ext uri="{FF2B5EF4-FFF2-40B4-BE49-F238E27FC236}">
                  <a16:creationId xmlns:a16="http://schemas.microsoft.com/office/drawing/2014/main" id="{FC075437-05E6-4C01-B83A-75C3A63D72E0}"/>
                </a:ext>
              </a:extLst>
            </p:cNvPr>
            <p:cNvSpPr>
              <a:spLocks noChangeShapeType="1"/>
            </p:cNvSpPr>
            <p:nvPr/>
          </p:nvSpPr>
          <p:spPr bwMode="auto">
            <a:xfrm flipV="1">
              <a:off x="5181600" y="2743200"/>
              <a:ext cx="76200" cy="76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24" name="Line 27">
              <a:extLst>
                <a:ext uri="{FF2B5EF4-FFF2-40B4-BE49-F238E27FC236}">
                  <a16:creationId xmlns:a16="http://schemas.microsoft.com/office/drawing/2014/main" id="{B52F2777-730E-4E8C-8221-5A3785D8863F}"/>
                </a:ext>
              </a:extLst>
            </p:cNvPr>
            <p:cNvSpPr>
              <a:spLocks noChangeShapeType="1"/>
            </p:cNvSpPr>
            <p:nvPr/>
          </p:nvSpPr>
          <p:spPr bwMode="auto">
            <a:xfrm flipH="1" flipV="1">
              <a:off x="3886200" y="2667000"/>
              <a:ext cx="152400" cy="152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25" name="Oval 28">
              <a:extLst>
                <a:ext uri="{FF2B5EF4-FFF2-40B4-BE49-F238E27FC236}">
                  <a16:creationId xmlns:a16="http://schemas.microsoft.com/office/drawing/2014/main" id="{CC017299-2068-4CCF-9820-2A95A8F2475E}"/>
                </a:ext>
              </a:extLst>
            </p:cNvPr>
            <p:cNvSpPr>
              <a:spLocks noChangeArrowheads="1"/>
            </p:cNvSpPr>
            <p:nvPr/>
          </p:nvSpPr>
          <p:spPr bwMode="auto">
            <a:xfrm>
              <a:off x="4216400" y="4445000"/>
              <a:ext cx="635000" cy="482600"/>
            </a:xfrm>
            <a:prstGeom prst="ellipse">
              <a:avLst/>
            </a:prstGeom>
            <a:noFill/>
            <a:ln w="508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ahoma" panose="020B0604030504040204" pitchFamily="34" charset="0"/>
              </a:endParaRPr>
            </a:p>
          </p:txBody>
        </p:sp>
        <p:sp>
          <p:nvSpPr>
            <p:cNvPr id="29726" name="Line 29">
              <a:extLst>
                <a:ext uri="{FF2B5EF4-FFF2-40B4-BE49-F238E27FC236}">
                  <a16:creationId xmlns:a16="http://schemas.microsoft.com/office/drawing/2014/main" id="{EC84A06C-70F6-410C-A505-1F6EE804F826}"/>
                </a:ext>
              </a:extLst>
            </p:cNvPr>
            <p:cNvSpPr>
              <a:spLocks noChangeShapeType="1"/>
            </p:cNvSpPr>
            <p:nvPr/>
          </p:nvSpPr>
          <p:spPr bwMode="auto">
            <a:xfrm flipV="1">
              <a:off x="4419600" y="4724400"/>
              <a:ext cx="76200" cy="762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27" name="Line 30">
              <a:extLst>
                <a:ext uri="{FF2B5EF4-FFF2-40B4-BE49-F238E27FC236}">
                  <a16:creationId xmlns:a16="http://schemas.microsoft.com/office/drawing/2014/main" id="{593AF330-3595-4513-91E9-9C222F90B50E}"/>
                </a:ext>
              </a:extLst>
            </p:cNvPr>
            <p:cNvSpPr>
              <a:spLocks noChangeShapeType="1"/>
            </p:cNvSpPr>
            <p:nvPr/>
          </p:nvSpPr>
          <p:spPr bwMode="auto">
            <a:xfrm>
              <a:off x="4495800" y="4724400"/>
              <a:ext cx="762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28" name="Line 31">
              <a:extLst>
                <a:ext uri="{FF2B5EF4-FFF2-40B4-BE49-F238E27FC236}">
                  <a16:creationId xmlns:a16="http://schemas.microsoft.com/office/drawing/2014/main" id="{8A768AA2-5F97-47B9-9FEC-3AB8C260FA2A}"/>
                </a:ext>
              </a:extLst>
            </p:cNvPr>
            <p:cNvSpPr>
              <a:spLocks noChangeShapeType="1"/>
            </p:cNvSpPr>
            <p:nvPr/>
          </p:nvSpPr>
          <p:spPr bwMode="auto">
            <a:xfrm>
              <a:off x="4572000" y="4724400"/>
              <a:ext cx="76200" cy="762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29" name="Line 32">
              <a:extLst>
                <a:ext uri="{FF2B5EF4-FFF2-40B4-BE49-F238E27FC236}">
                  <a16:creationId xmlns:a16="http://schemas.microsoft.com/office/drawing/2014/main" id="{6539F1F0-7537-4ED3-8A01-D6B6B9DE1867}"/>
                </a:ext>
              </a:extLst>
            </p:cNvPr>
            <p:cNvSpPr>
              <a:spLocks noChangeShapeType="1"/>
            </p:cNvSpPr>
            <p:nvPr/>
          </p:nvSpPr>
          <p:spPr bwMode="auto">
            <a:xfrm>
              <a:off x="4572000" y="4572000"/>
              <a:ext cx="1524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30" name="Line 33">
              <a:extLst>
                <a:ext uri="{FF2B5EF4-FFF2-40B4-BE49-F238E27FC236}">
                  <a16:creationId xmlns:a16="http://schemas.microsoft.com/office/drawing/2014/main" id="{2783D350-1E04-4D81-962F-FDEB6DF12EEB}"/>
                </a:ext>
              </a:extLst>
            </p:cNvPr>
            <p:cNvSpPr>
              <a:spLocks noChangeShapeType="1"/>
            </p:cNvSpPr>
            <p:nvPr/>
          </p:nvSpPr>
          <p:spPr bwMode="auto">
            <a:xfrm flipH="1">
              <a:off x="4343400" y="4572000"/>
              <a:ext cx="762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31" name="Line 34">
              <a:extLst>
                <a:ext uri="{FF2B5EF4-FFF2-40B4-BE49-F238E27FC236}">
                  <a16:creationId xmlns:a16="http://schemas.microsoft.com/office/drawing/2014/main" id="{DBF346F1-66F6-4BFE-8193-14C8F61A629C}"/>
                </a:ext>
              </a:extLst>
            </p:cNvPr>
            <p:cNvSpPr>
              <a:spLocks noChangeShapeType="1"/>
            </p:cNvSpPr>
            <p:nvPr/>
          </p:nvSpPr>
          <p:spPr bwMode="auto">
            <a:xfrm flipV="1">
              <a:off x="3886200" y="6019800"/>
              <a:ext cx="0" cy="762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32" name="Line 35">
              <a:extLst>
                <a:ext uri="{FF2B5EF4-FFF2-40B4-BE49-F238E27FC236}">
                  <a16:creationId xmlns:a16="http://schemas.microsoft.com/office/drawing/2014/main" id="{7F7F7B19-1DC7-4C30-A0F5-59D2F768DE02}"/>
                </a:ext>
              </a:extLst>
            </p:cNvPr>
            <p:cNvSpPr>
              <a:spLocks noChangeShapeType="1"/>
            </p:cNvSpPr>
            <p:nvPr/>
          </p:nvSpPr>
          <p:spPr bwMode="auto">
            <a:xfrm>
              <a:off x="4572000" y="4953000"/>
              <a:ext cx="0" cy="6096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33" name="Line 36">
              <a:extLst>
                <a:ext uri="{FF2B5EF4-FFF2-40B4-BE49-F238E27FC236}">
                  <a16:creationId xmlns:a16="http://schemas.microsoft.com/office/drawing/2014/main" id="{3B0855E8-70B3-4772-A068-E89F430C4293}"/>
                </a:ext>
              </a:extLst>
            </p:cNvPr>
            <p:cNvSpPr>
              <a:spLocks noChangeShapeType="1"/>
            </p:cNvSpPr>
            <p:nvPr/>
          </p:nvSpPr>
          <p:spPr bwMode="auto">
            <a:xfrm>
              <a:off x="4572000" y="5562600"/>
              <a:ext cx="3810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34" name="Line 37">
              <a:extLst>
                <a:ext uri="{FF2B5EF4-FFF2-40B4-BE49-F238E27FC236}">
                  <a16:creationId xmlns:a16="http://schemas.microsoft.com/office/drawing/2014/main" id="{12C2CD71-4A0E-4355-BBFB-63E427FD5C64}"/>
                </a:ext>
              </a:extLst>
            </p:cNvPr>
            <p:cNvSpPr>
              <a:spLocks noChangeShapeType="1"/>
            </p:cNvSpPr>
            <p:nvPr/>
          </p:nvSpPr>
          <p:spPr bwMode="auto">
            <a:xfrm>
              <a:off x="4953000" y="5562600"/>
              <a:ext cx="152400" cy="4572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35" name="Line 38">
              <a:extLst>
                <a:ext uri="{FF2B5EF4-FFF2-40B4-BE49-F238E27FC236}">
                  <a16:creationId xmlns:a16="http://schemas.microsoft.com/office/drawing/2014/main" id="{2C5583B7-0F32-4BC5-B9FA-F913DDA27209}"/>
                </a:ext>
              </a:extLst>
            </p:cNvPr>
            <p:cNvSpPr>
              <a:spLocks noChangeShapeType="1"/>
            </p:cNvSpPr>
            <p:nvPr/>
          </p:nvSpPr>
          <p:spPr bwMode="auto">
            <a:xfrm flipV="1">
              <a:off x="5105400" y="5943600"/>
              <a:ext cx="76200" cy="762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36" name="Line 39">
              <a:extLst>
                <a:ext uri="{FF2B5EF4-FFF2-40B4-BE49-F238E27FC236}">
                  <a16:creationId xmlns:a16="http://schemas.microsoft.com/office/drawing/2014/main" id="{995184A1-3044-4E2D-B8B5-AF506BA6C4F7}"/>
                </a:ext>
              </a:extLst>
            </p:cNvPr>
            <p:cNvSpPr>
              <a:spLocks noChangeShapeType="1"/>
            </p:cNvSpPr>
            <p:nvPr/>
          </p:nvSpPr>
          <p:spPr bwMode="auto">
            <a:xfrm flipH="1">
              <a:off x="4191000" y="5562600"/>
              <a:ext cx="381000" cy="762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37" name="Line 40">
              <a:extLst>
                <a:ext uri="{FF2B5EF4-FFF2-40B4-BE49-F238E27FC236}">
                  <a16:creationId xmlns:a16="http://schemas.microsoft.com/office/drawing/2014/main" id="{EAC785E1-758D-4DA4-AAF3-8DB250D29B04}"/>
                </a:ext>
              </a:extLst>
            </p:cNvPr>
            <p:cNvSpPr>
              <a:spLocks noChangeShapeType="1"/>
            </p:cNvSpPr>
            <p:nvPr/>
          </p:nvSpPr>
          <p:spPr bwMode="auto">
            <a:xfrm flipH="1">
              <a:off x="4038600" y="5638800"/>
              <a:ext cx="152400" cy="4572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38" name="Line 41">
              <a:extLst>
                <a:ext uri="{FF2B5EF4-FFF2-40B4-BE49-F238E27FC236}">
                  <a16:creationId xmlns:a16="http://schemas.microsoft.com/office/drawing/2014/main" id="{77EE233D-591B-4456-8881-5583E8228118}"/>
                </a:ext>
              </a:extLst>
            </p:cNvPr>
            <p:cNvSpPr>
              <a:spLocks noChangeShapeType="1"/>
            </p:cNvSpPr>
            <p:nvPr/>
          </p:nvSpPr>
          <p:spPr bwMode="auto">
            <a:xfrm flipH="1">
              <a:off x="3886200" y="6096000"/>
              <a:ext cx="1524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39" name="Line 42">
              <a:extLst>
                <a:ext uri="{FF2B5EF4-FFF2-40B4-BE49-F238E27FC236}">
                  <a16:creationId xmlns:a16="http://schemas.microsoft.com/office/drawing/2014/main" id="{8032764F-4005-49F6-AB84-C35D7DB771A9}"/>
                </a:ext>
              </a:extLst>
            </p:cNvPr>
            <p:cNvSpPr>
              <a:spLocks noChangeShapeType="1"/>
            </p:cNvSpPr>
            <p:nvPr/>
          </p:nvSpPr>
          <p:spPr bwMode="auto">
            <a:xfrm>
              <a:off x="4572000" y="4953000"/>
              <a:ext cx="533400" cy="762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40" name="Line 43">
              <a:extLst>
                <a:ext uri="{FF2B5EF4-FFF2-40B4-BE49-F238E27FC236}">
                  <a16:creationId xmlns:a16="http://schemas.microsoft.com/office/drawing/2014/main" id="{E2E6BBD2-D86A-4C0C-9C36-C6FE254E285E}"/>
                </a:ext>
              </a:extLst>
            </p:cNvPr>
            <p:cNvSpPr>
              <a:spLocks noChangeShapeType="1"/>
            </p:cNvSpPr>
            <p:nvPr/>
          </p:nvSpPr>
          <p:spPr bwMode="auto">
            <a:xfrm flipV="1">
              <a:off x="5105400" y="4343400"/>
              <a:ext cx="381000" cy="6858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41" name="Line 44">
              <a:extLst>
                <a:ext uri="{FF2B5EF4-FFF2-40B4-BE49-F238E27FC236}">
                  <a16:creationId xmlns:a16="http://schemas.microsoft.com/office/drawing/2014/main" id="{BBFEEFDD-64F4-4095-AD99-8E751DD4D5F1}"/>
                </a:ext>
              </a:extLst>
            </p:cNvPr>
            <p:cNvSpPr>
              <a:spLocks noChangeShapeType="1"/>
            </p:cNvSpPr>
            <p:nvPr/>
          </p:nvSpPr>
          <p:spPr bwMode="auto">
            <a:xfrm>
              <a:off x="5486400" y="4343400"/>
              <a:ext cx="2286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42" name="Line 45">
              <a:extLst>
                <a:ext uri="{FF2B5EF4-FFF2-40B4-BE49-F238E27FC236}">
                  <a16:creationId xmlns:a16="http://schemas.microsoft.com/office/drawing/2014/main" id="{807C8C9E-C618-40DA-9200-C13A11F7EEE7}"/>
                </a:ext>
              </a:extLst>
            </p:cNvPr>
            <p:cNvSpPr>
              <a:spLocks noChangeShapeType="1"/>
            </p:cNvSpPr>
            <p:nvPr/>
          </p:nvSpPr>
          <p:spPr bwMode="auto">
            <a:xfrm flipH="1">
              <a:off x="4114800" y="5029200"/>
              <a:ext cx="457200" cy="762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43" name="Line 46">
              <a:extLst>
                <a:ext uri="{FF2B5EF4-FFF2-40B4-BE49-F238E27FC236}">
                  <a16:creationId xmlns:a16="http://schemas.microsoft.com/office/drawing/2014/main" id="{7E6F5F78-28AD-4B63-9ECD-4537AF059A44}"/>
                </a:ext>
              </a:extLst>
            </p:cNvPr>
            <p:cNvSpPr>
              <a:spLocks noChangeShapeType="1"/>
            </p:cNvSpPr>
            <p:nvPr/>
          </p:nvSpPr>
          <p:spPr bwMode="auto">
            <a:xfrm flipH="1" flipV="1">
              <a:off x="3581400" y="4343400"/>
              <a:ext cx="533400" cy="7620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44" name="Line 47">
              <a:extLst>
                <a:ext uri="{FF2B5EF4-FFF2-40B4-BE49-F238E27FC236}">
                  <a16:creationId xmlns:a16="http://schemas.microsoft.com/office/drawing/2014/main" id="{3A328FBF-4FE1-4A26-AD4F-462A1B289E0C}"/>
                </a:ext>
              </a:extLst>
            </p:cNvPr>
            <p:cNvSpPr>
              <a:spLocks noChangeShapeType="1"/>
            </p:cNvSpPr>
            <p:nvPr/>
          </p:nvSpPr>
          <p:spPr bwMode="auto">
            <a:xfrm flipH="1">
              <a:off x="3352800" y="4343400"/>
              <a:ext cx="2286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useBgFill="1">
          <p:nvSpPr>
            <p:cNvPr id="29745" name="Rectangle 48">
              <a:extLst>
                <a:ext uri="{FF2B5EF4-FFF2-40B4-BE49-F238E27FC236}">
                  <a16:creationId xmlns:a16="http://schemas.microsoft.com/office/drawing/2014/main" id="{1BE32469-9F8C-4D66-B233-F5C9A59BDBB9}"/>
                </a:ext>
              </a:extLst>
            </p:cNvPr>
            <p:cNvSpPr>
              <a:spLocks noChangeArrowheads="1"/>
            </p:cNvSpPr>
            <p:nvPr/>
          </p:nvSpPr>
          <p:spPr bwMode="auto">
            <a:xfrm>
              <a:off x="3834203" y="3998704"/>
              <a:ext cx="1373995" cy="208139"/>
            </a:xfrm>
            <a:prstGeom prst="rect">
              <a:avLst/>
            </a:prstGeom>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a:lnSpc>
                  <a:spcPct val="92000"/>
                </a:lnSpc>
                <a:spcBef>
                  <a:spcPct val="0"/>
                </a:spcBef>
                <a:spcAft>
                  <a:spcPct val="0"/>
                </a:spcAft>
                <a:buFontTx/>
                <a:buNone/>
              </a:pPr>
              <a:r>
                <a:rPr lang="en-US" altLang="en-US" sz="1800" i="0">
                  <a:solidFill>
                    <a:schemeClr val="tx1"/>
                  </a:solidFill>
                </a:rPr>
                <a:t>instruction set</a:t>
              </a:r>
            </a:p>
          </p:txBody>
        </p:sp>
        <p:sp>
          <p:nvSpPr>
            <p:cNvPr id="29746" name="Rectangle 49">
              <a:extLst>
                <a:ext uri="{FF2B5EF4-FFF2-40B4-BE49-F238E27FC236}">
                  <a16:creationId xmlns:a16="http://schemas.microsoft.com/office/drawing/2014/main" id="{4563D752-2EB1-4D40-B1EF-458F7D0548B9}"/>
                </a:ext>
              </a:extLst>
            </p:cNvPr>
            <p:cNvSpPr>
              <a:spLocks noChangeArrowheads="1"/>
            </p:cNvSpPr>
            <p:nvPr/>
          </p:nvSpPr>
          <p:spPr bwMode="auto">
            <a:xfrm>
              <a:off x="850900" y="3073400"/>
              <a:ext cx="861310" cy="194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nSpc>
                  <a:spcPct val="85000"/>
                </a:lnSpc>
                <a:spcBef>
                  <a:spcPct val="0"/>
                </a:spcBef>
                <a:spcAft>
                  <a:spcPct val="0"/>
                </a:spcAft>
                <a:buFontTx/>
                <a:buNone/>
              </a:pPr>
              <a:r>
                <a:rPr lang="en-US" altLang="en-US" sz="1800" i="0">
                  <a:solidFill>
                    <a:schemeClr val="tx1"/>
                  </a:solidFill>
                </a:rPr>
                <a:t>software</a:t>
              </a:r>
            </a:p>
          </p:txBody>
        </p:sp>
        <p:sp>
          <p:nvSpPr>
            <p:cNvPr id="29747" name="Rectangle 50">
              <a:extLst>
                <a:ext uri="{FF2B5EF4-FFF2-40B4-BE49-F238E27FC236}">
                  <a16:creationId xmlns:a16="http://schemas.microsoft.com/office/drawing/2014/main" id="{F92619CC-F76E-4D31-A8B0-BBED56728D32}"/>
                </a:ext>
              </a:extLst>
            </p:cNvPr>
            <p:cNvSpPr>
              <a:spLocks noChangeArrowheads="1"/>
            </p:cNvSpPr>
            <p:nvPr/>
          </p:nvSpPr>
          <p:spPr bwMode="auto">
            <a:xfrm>
              <a:off x="850900" y="4978400"/>
              <a:ext cx="922832" cy="194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nSpc>
                  <a:spcPct val="85000"/>
                </a:lnSpc>
                <a:spcBef>
                  <a:spcPct val="0"/>
                </a:spcBef>
                <a:spcAft>
                  <a:spcPct val="0"/>
                </a:spcAft>
                <a:buFontTx/>
                <a:buNone/>
              </a:pPr>
              <a:r>
                <a:rPr lang="en-US" altLang="en-US" sz="1800" i="0">
                  <a:solidFill>
                    <a:schemeClr val="tx1"/>
                  </a:solidFill>
                </a:rPr>
                <a:t>hardware</a:t>
              </a:r>
            </a:p>
          </p:txBody>
        </p:sp>
      </p:grpSp>
    </p:spTree>
    <p:extLst>
      <p:ext uri="{BB962C8B-B14F-4D97-AF65-F5344CB8AC3E}">
        <p14:creationId xmlns:p14="http://schemas.microsoft.com/office/powerpoint/2010/main" val="317428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F0275A3B-E617-4357-80D4-C3166F421187}"/>
              </a:ext>
            </a:extLst>
          </p:cNvPr>
          <p:cNvSpPr txBox="1">
            <a:spLocks noChangeArrowheads="1"/>
          </p:cNvSpPr>
          <p:nvPr/>
        </p:nvSpPr>
        <p:spPr bwMode="auto">
          <a:xfrm>
            <a:off x="1524000" y="298450"/>
            <a:ext cx="91440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457200">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37931725" indent="-37474525" defTabSz="45720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defTabSz="4572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spcAft>
                <a:spcPct val="0"/>
              </a:spcAft>
              <a:buFontTx/>
              <a:buNone/>
            </a:pPr>
            <a:r>
              <a:rPr lang="en-US" altLang="en-US" sz="4000" i="0">
                <a:solidFill>
                  <a:srgbClr val="FF0000"/>
                </a:solidFill>
              </a:rPr>
              <a:t>Instruction Set Architecture</a:t>
            </a:r>
          </a:p>
        </p:txBody>
      </p:sp>
      <p:sp>
        <p:nvSpPr>
          <p:cNvPr id="52" name="Rectangle 3">
            <a:extLst>
              <a:ext uri="{FF2B5EF4-FFF2-40B4-BE49-F238E27FC236}">
                <a16:creationId xmlns:a16="http://schemas.microsoft.com/office/drawing/2014/main" id="{6632C950-7102-465C-B451-F8C5950B42DD}"/>
              </a:ext>
            </a:extLst>
          </p:cNvPr>
          <p:cNvSpPr txBox="1">
            <a:spLocks noChangeArrowheads="1"/>
          </p:cNvSpPr>
          <p:nvPr/>
        </p:nvSpPr>
        <p:spPr bwMode="auto">
          <a:xfrm>
            <a:off x="1676400" y="1447800"/>
            <a:ext cx="8915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lvl1pPr marL="342900" indent="-342900" algn="l" rtl="0" eaLnBrk="0" fontAlgn="base" hangingPunct="0">
              <a:spcBef>
                <a:spcPts val="1200"/>
              </a:spcBef>
              <a:spcAft>
                <a:spcPts val="600"/>
              </a:spcAft>
              <a:buChar char="•"/>
              <a:defRPr sz="3200" b="1" i="1">
                <a:solidFill>
                  <a:srgbClr val="000000"/>
                </a:solidFill>
                <a:latin typeface="Arial" pitchFamily="-107" charset="0"/>
                <a:ea typeface="ＭＳ Ｐゴシック" pitchFamily="-107" charset="-128"/>
                <a:cs typeface="ＭＳ Ｐゴシック" pitchFamily="-107" charset="-128"/>
              </a:defRPr>
            </a:lvl1pPr>
            <a:lvl2pPr marL="742950" indent="-285750" algn="l" rtl="0" eaLnBrk="0" fontAlgn="base" hangingPunct="0">
              <a:spcBef>
                <a:spcPts val="1200"/>
              </a:spcBef>
              <a:spcAft>
                <a:spcPts val="600"/>
              </a:spcAft>
              <a:buChar char="–"/>
              <a:defRPr sz="2800">
                <a:solidFill>
                  <a:schemeClr val="tx1"/>
                </a:solidFill>
                <a:latin typeface="Arial" pitchFamily="-107" charset="0"/>
                <a:ea typeface="ＭＳ Ｐゴシック" pitchFamily="-107" charset="-128"/>
              </a:defRPr>
            </a:lvl2pPr>
            <a:lvl3pPr marL="1143000" indent="-228600" algn="l" rtl="0" eaLnBrk="0" fontAlgn="base" hangingPunct="0">
              <a:spcBef>
                <a:spcPts val="1200"/>
              </a:spcBef>
              <a:spcAft>
                <a:spcPts val="600"/>
              </a:spcAft>
              <a:buChar char="•"/>
              <a:defRPr sz="2400" b="1">
                <a:solidFill>
                  <a:schemeClr val="tx1"/>
                </a:solidFill>
                <a:latin typeface="Arial" pitchFamily="-107" charset="0"/>
                <a:ea typeface="ＭＳ Ｐゴシック" pitchFamily="-107" charset="-128"/>
              </a:defRPr>
            </a:lvl3pPr>
            <a:lvl4pPr marL="1600200" indent="-228600" algn="l" rtl="0" eaLnBrk="0" fontAlgn="base" hangingPunct="0">
              <a:spcBef>
                <a:spcPts val="1200"/>
              </a:spcBef>
              <a:spcAft>
                <a:spcPts val="600"/>
              </a:spcAft>
              <a:buChar char="–"/>
              <a:defRPr sz="2000">
                <a:solidFill>
                  <a:schemeClr val="tx1"/>
                </a:solidFill>
                <a:latin typeface="Arial" pitchFamily="-107" charset="0"/>
                <a:ea typeface="ＭＳ Ｐゴシック" pitchFamily="-107" charset="-128"/>
              </a:defRPr>
            </a:lvl4pPr>
            <a:lvl5pPr marL="2057400" indent="-228600" algn="l" rtl="0" eaLnBrk="0" fontAlgn="base" hangingPunct="0">
              <a:spcBef>
                <a:spcPts val="1200"/>
              </a:spcBef>
              <a:spcAft>
                <a:spcPts val="300"/>
              </a:spcAft>
              <a:buChar char="»"/>
              <a:defRPr sz="2000" i="1">
                <a:solidFill>
                  <a:schemeClr val="tx1"/>
                </a:solidFill>
                <a:latin typeface="Arial" pitchFamily="-107" charset="0"/>
                <a:ea typeface="ＭＳ Ｐゴシック" pitchFamily="-107" charset="-128"/>
              </a:defRPr>
            </a:lvl5pPr>
            <a:lvl6pPr marL="2514600" indent="-228600" algn="l" rtl="0" fontAlgn="base">
              <a:spcBef>
                <a:spcPts val="1200"/>
              </a:spcBef>
              <a:spcAft>
                <a:spcPts val="300"/>
              </a:spcAft>
              <a:buChar char="»"/>
              <a:defRPr sz="2000" i="1">
                <a:solidFill>
                  <a:schemeClr val="tx1"/>
                </a:solidFill>
                <a:latin typeface="+mn-lt"/>
              </a:defRPr>
            </a:lvl6pPr>
            <a:lvl7pPr marL="2971800" indent="-228600" algn="l" rtl="0" fontAlgn="base">
              <a:spcBef>
                <a:spcPts val="1200"/>
              </a:spcBef>
              <a:spcAft>
                <a:spcPts val="300"/>
              </a:spcAft>
              <a:buChar char="»"/>
              <a:defRPr sz="2000" i="1">
                <a:solidFill>
                  <a:schemeClr val="tx1"/>
                </a:solidFill>
                <a:latin typeface="+mn-lt"/>
              </a:defRPr>
            </a:lvl7pPr>
            <a:lvl8pPr marL="3429000" indent="-228600" algn="l" rtl="0" fontAlgn="base">
              <a:spcBef>
                <a:spcPts val="1200"/>
              </a:spcBef>
              <a:spcAft>
                <a:spcPts val="300"/>
              </a:spcAft>
              <a:buChar char="»"/>
              <a:defRPr sz="2000" i="1">
                <a:solidFill>
                  <a:schemeClr val="tx1"/>
                </a:solidFill>
                <a:latin typeface="+mn-lt"/>
              </a:defRPr>
            </a:lvl8pPr>
            <a:lvl9pPr marL="3886200" indent="-228600" algn="l" rtl="0" fontAlgn="base">
              <a:spcBef>
                <a:spcPts val="1200"/>
              </a:spcBef>
              <a:spcAft>
                <a:spcPts val="300"/>
              </a:spcAft>
              <a:buChar char="»"/>
              <a:defRPr sz="2000" i="1">
                <a:solidFill>
                  <a:schemeClr val="tx1"/>
                </a:solidFill>
                <a:latin typeface="+mn-lt"/>
              </a:defRPr>
            </a:lvl9pPr>
          </a:lstStyle>
          <a:p>
            <a:pPr eaLnBrk="1" hangingPunct="1">
              <a:spcBef>
                <a:spcPts val="200"/>
              </a:spcBef>
              <a:spcAft>
                <a:spcPts val="200"/>
              </a:spcAft>
              <a:defRPr/>
            </a:pPr>
            <a:r>
              <a:rPr lang="en-US" altLang="en-US" sz="2800" kern="0" dirty="0">
                <a:solidFill>
                  <a:srgbClr val="3366FF"/>
                </a:solidFill>
              </a:rPr>
              <a:t>A very important abstraction:</a:t>
            </a:r>
          </a:p>
          <a:p>
            <a:pPr lvl="1" eaLnBrk="1" hangingPunct="1">
              <a:lnSpc>
                <a:spcPct val="120000"/>
              </a:lnSpc>
              <a:spcBef>
                <a:spcPts val="200"/>
              </a:spcBef>
              <a:spcAft>
                <a:spcPts val="200"/>
              </a:spcAft>
              <a:defRPr/>
            </a:pPr>
            <a:r>
              <a:rPr lang="en-US" altLang="en-US" sz="2400" kern="0" dirty="0"/>
              <a:t>interface between hardware and low-level software</a:t>
            </a:r>
          </a:p>
          <a:p>
            <a:pPr lvl="1" eaLnBrk="1" hangingPunct="1">
              <a:lnSpc>
                <a:spcPct val="120000"/>
              </a:lnSpc>
              <a:spcBef>
                <a:spcPts val="200"/>
              </a:spcBef>
              <a:spcAft>
                <a:spcPts val="200"/>
              </a:spcAft>
              <a:defRPr/>
            </a:pPr>
            <a:r>
              <a:rPr lang="en-US" altLang="en-US" sz="2400" kern="0" dirty="0"/>
              <a:t>standardizes instructions, machine language bit patterns, etc.</a:t>
            </a:r>
          </a:p>
          <a:p>
            <a:pPr lvl="1" eaLnBrk="1" hangingPunct="1">
              <a:lnSpc>
                <a:spcPct val="120000"/>
              </a:lnSpc>
              <a:spcBef>
                <a:spcPts val="200"/>
              </a:spcBef>
              <a:spcAft>
                <a:spcPts val="200"/>
              </a:spcAft>
              <a:defRPr/>
            </a:pPr>
            <a:r>
              <a:rPr lang="en-US" altLang="en-US" sz="2400" kern="0" dirty="0"/>
              <a:t>advantage: allows different implementations of the same architecture</a:t>
            </a:r>
          </a:p>
          <a:p>
            <a:pPr lvl="1" eaLnBrk="1" hangingPunct="1">
              <a:lnSpc>
                <a:spcPct val="120000"/>
              </a:lnSpc>
              <a:spcBef>
                <a:spcPts val="200"/>
              </a:spcBef>
              <a:spcAft>
                <a:spcPts val="200"/>
              </a:spcAft>
              <a:defRPr/>
            </a:pPr>
            <a:r>
              <a:rPr lang="en-US" altLang="en-US" sz="2400" kern="0" dirty="0"/>
              <a:t>disadvantage: sometimes prevents adding new innovations</a:t>
            </a:r>
            <a:br>
              <a:rPr lang="en-US" altLang="en-US" sz="2400" kern="0" dirty="0"/>
            </a:br>
            <a:endParaRPr lang="en-US" altLang="en-US" sz="1600" kern="0" dirty="0"/>
          </a:p>
          <a:p>
            <a:pPr eaLnBrk="1" hangingPunct="1">
              <a:spcBef>
                <a:spcPts val="200"/>
              </a:spcBef>
              <a:spcAft>
                <a:spcPts val="200"/>
              </a:spcAft>
              <a:defRPr/>
            </a:pPr>
            <a:r>
              <a:rPr lang="en-US" altLang="en-US" sz="2800" kern="0" dirty="0">
                <a:solidFill>
                  <a:srgbClr val="3366FF"/>
                </a:solidFill>
              </a:rPr>
              <a:t>Modern instruction set architectures:</a:t>
            </a:r>
          </a:p>
          <a:p>
            <a:pPr lvl="1" eaLnBrk="1" hangingPunct="1">
              <a:spcBef>
                <a:spcPts val="200"/>
              </a:spcBef>
              <a:spcAft>
                <a:spcPts val="200"/>
              </a:spcAft>
              <a:defRPr/>
            </a:pPr>
            <a:r>
              <a:rPr lang="en-US" altLang="en-US" sz="2400" kern="0" dirty="0">
                <a:solidFill>
                  <a:srgbClr val="FF0000"/>
                </a:solidFill>
              </a:rPr>
              <a:t>80x86</a:t>
            </a:r>
            <a:r>
              <a:rPr lang="en-US" altLang="en-US" sz="2400" kern="0" dirty="0"/>
              <a:t>/Pentium/K6, PowerPC, DEC Alpha, </a:t>
            </a:r>
            <a:r>
              <a:rPr lang="en-US" altLang="en-US" sz="2400" kern="0" dirty="0">
                <a:solidFill>
                  <a:srgbClr val="0000CC"/>
                </a:solidFill>
              </a:rPr>
              <a:t>MIPS</a:t>
            </a:r>
            <a:r>
              <a:rPr lang="en-US" altLang="en-US" sz="2400" kern="0" dirty="0"/>
              <a:t>, SPARC, HP, Motorola</a:t>
            </a:r>
          </a:p>
        </p:txBody>
      </p:sp>
    </p:spTree>
    <p:extLst>
      <p:ext uri="{BB962C8B-B14F-4D97-AF65-F5344CB8AC3E}">
        <p14:creationId xmlns:p14="http://schemas.microsoft.com/office/powerpoint/2010/main" val="3590652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BB4C7733-4B34-49E4-BC40-E776CA0FB42D}"/>
              </a:ext>
            </a:extLst>
          </p:cNvPr>
          <p:cNvSpPr txBox="1">
            <a:spLocks noChangeArrowheads="1"/>
          </p:cNvSpPr>
          <p:nvPr/>
        </p:nvSpPr>
        <p:spPr bwMode="auto">
          <a:xfrm>
            <a:off x="1524000" y="435470"/>
            <a:ext cx="9144000"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457200">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37931725" indent="-37474525" defTabSz="45720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defTabSz="4572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spcAft>
                <a:spcPct val="0"/>
              </a:spcAft>
              <a:buFontTx/>
              <a:buNone/>
            </a:pPr>
            <a:r>
              <a:rPr lang="en-US" altLang="en-US" sz="4000" i="0" dirty="0">
                <a:solidFill>
                  <a:srgbClr val="FF0000"/>
                </a:solidFill>
              </a:rPr>
              <a:t>Instruction Set Architecture</a:t>
            </a:r>
          </a:p>
        </p:txBody>
      </p:sp>
      <p:sp>
        <p:nvSpPr>
          <p:cNvPr id="4" name="Rectangle 2">
            <a:extLst>
              <a:ext uri="{FF2B5EF4-FFF2-40B4-BE49-F238E27FC236}">
                <a16:creationId xmlns:a16="http://schemas.microsoft.com/office/drawing/2014/main" id="{39C5D44A-51A4-41A2-7290-B7B6AA507F97}"/>
              </a:ext>
            </a:extLst>
          </p:cNvPr>
          <p:cNvSpPr>
            <a:spLocks noGrp="1" noChangeArrowheads="1"/>
          </p:cNvSpPr>
          <p:nvPr>
            <p:ph idx="1"/>
          </p:nvPr>
        </p:nvSpPr>
        <p:spPr bwMode="auto">
          <a:xfrm>
            <a:off x="1981200" y="3587590"/>
            <a:ext cx="8833718" cy="954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rgbClr val="000000"/>
                </a:solidFill>
                <a:effectLst/>
                <a:latin typeface="Söhne"/>
              </a:rPr>
            </a:br>
            <a:endParaRPr kumimoji="0" lang="en-US" altLang="en-US" sz="1200" b="0" i="0" u="none" strike="noStrike" cap="none" normalizeH="0" baseline="0" dirty="0">
              <a:ln>
                <a:noFill/>
              </a:ln>
              <a:solidFill>
                <a:schemeClr val="tx1"/>
              </a:solidFill>
              <a:effectLst/>
            </a:endParaRPr>
          </a:p>
        </p:txBody>
      </p:sp>
      <p:sp>
        <p:nvSpPr>
          <p:cNvPr id="3" name="Rectangle 2">
            <a:extLst>
              <a:ext uri="{FF2B5EF4-FFF2-40B4-BE49-F238E27FC236}">
                <a16:creationId xmlns:a16="http://schemas.microsoft.com/office/drawing/2014/main" id="{DD363AEA-65A3-4B8C-33BA-6F2CBD555F71}"/>
              </a:ext>
            </a:extLst>
          </p:cNvPr>
          <p:cNvSpPr>
            <a:spLocks noChangeArrowheads="1"/>
          </p:cNvSpPr>
          <p:nvPr/>
        </p:nvSpPr>
        <p:spPr bwMode="auto">
          <a:xfrm>
            <a:off x="1470992" y="2448302"/>
            <a:ext cx="55181943" cy="585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br>
              <a:rPr kumimoji="0" lang="en-US" altLang="en-US" sz="600" b="0" i="0" u="none" strike="noStrike" cap="none" normalizeH="0" baseline="0" dirty="0">
                <a:ln>
                  <a:noFill/>
                </a:ln>
                <a:solidFill>
                  <a:srgbClr val="000000"/>
                </a:solidFill>
                <a:effectLst/>
                <a:latin typeface="Söhne"/>
              </a:rPr>
            </a:br>
            <a:endParaRPr kumimoji="0" lang="en-US" altLang="en-US" sz="6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EDF00614-5524-1933-5554-13C3CBBDAA19}"/>
              </a:ext>
            </a:extLst>
          </p:cNvPr>
          <p:cNvSpPr>
            <a:spLocks noChangeArrowheads="1"/>
          </p:cNvSpPr>
          <p:nvPr/>
        </p:nvSpPr>
        <p:spPr bwMode="auto">
          <a:xfrm>
            <a:off x="1981200" y="1589923"/>
            <a:ext cx="8837598" cy="4832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tabLst/>
            </a:pPr>
            <a:r>
              <a:rPr lang="en-GB" sz="1600" b="0" i="0" dirty="0">
                <a:solidFill>
                  <a:srgbClr val="374151"/>
                </a:solidFill>
                <a:effectLst/>
                <a:latin typeface="Söhne"/>
              </a:rPr>
              <a:t>Instruction Set Architecture (ISA) is a crucial aspect of computer architecture, defining the set of instructions that a CPU can execute and the format of these instructions. Different computer architectures have distinct ISAs, which influence how software interacts with hardware. Here, we'll differentiate between two common types of ISAs: Complex Instruction Set Computer (CISC) and Reduced Instruction Set Computer (RISC).</a:t>
            </a:r>
          </a:p>
          <a:p>
            <a:pPr marL="0" marR="0" lvl="0" indent="0" algn="just" defTabSz="914400" rtl="0" eaLnBrk="0" fontAlgn="base" latinLnBrk="0" hangingPunct="0">
              <a:lnSpc>
                <a:spcPct val="100000"/>
              </a:lnSpc>
              <a:spcBef>
                <a:spcPct val="0"/>
              </a:spcBef>
              <a:spcAft>
                <a:spcPct val="0"/>
              </a:spcAft>
              <a:buClrTx/>
              <a:buSzTx/>
              <a:tabLst/>
            </a:pPr>
            <a:endParaRPr lang="en-GB" sz="1600" dirty="0">
              <a:solidFill>
                <a:srgbClr val="374151"/>
              </a:solidFill>
              <a:latin typeface="Söhn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Söhne"/>
              </a:rPr>
              <a:t>It's important to note that modern CPUs often incorporate elements of both CISC and RISC architectures, blurring the lines between the two. For example, x86 CPUs, which have a CISC heritage, use microcode to translate complex instructions into simpler micro-operations (micro-ops) that are executed in a more RISC-like fashion.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Söhne"/>
              </a:rPr>
              <a:t>Ultimately, the choice between CISC and RISC architecture depends on factors such as performance requirements, energy efficiency, and compatibility with existing software and hardware standards. Some processors, like ARM, are known for their RISC-based designs, while others, like Intel and AMD x86 processors, incorporate elements of both CISC and RISC to balance performance and compatibility.</a:t>
            </a:r>
          </a:p>
          <a:p>
            <a:pPr marL="0" marR="0" lvl="0" indent="0" algn="just" defTabSz="914400" rtl="0" eaLnBrk="0" fontAlgn="base" latinLnBrk="0" hangingPunct="0">
              <a:lnSpc>
                <a:spcPct val="100000"/>
              </a:lnSpc>
              <a:spcBef>
                <a:spcPct val="0"/>
              </a:spcBef>
              <a:spcAft>
                <a:spcPct val="0"/>
              </a:spcAft>
              <a:buClrTx/>
              <a:buSzTx/>
              <a:tabLst/>
            </a:pPr>
            <a:endParaRPr lang="en-GB" sz="1600" b="0" i="0" dirty="0">
              <a:solidFill>
                <a:srgbClr val="374151"/>
              </a:solidFill>
              <a:effectLst/>
              <a:latin typeface="Söhne"/>
            </a:endParaRPr>
          </a:p>
          <a:p>
            <a:pPr marL="0" marR="0" lvl="0" indent="0" algn="just" defTabSz="914400" rtl="0" eaLnBrk="0" fontAlgn="base" latinLnBrk="0" hangingPunct="0">
              <a:lnSpc>
                <a:spcPct val="100000"/>
              </a:lnSpc>
              <a:spcBef>
                <a:spcPct val="0"/>
              </a:spcBef>
              <a:spcAft>
                <a:spcPct val="0"/>
              </a:spcAft>
              <a:buClrTx/>
              <a:buSzTx/>
              <a:tabLst/>
            </a:pPr>
            <a:endParaRPr kumimoji="0" lang="en-GB" altLang="en-US" sz="1600" u="none" strike="noStrike" cap="none" normalizeH="0" baseline="0" dirty="0">
              <a:ln>
                <a:noFill/>
              </a:ln>
              <a:solidFill>
                <a:srgbClr val="374151"/>
              </a:solidFill>
              <a:latin typeface="Söhne"/>
            </a:endParaRPr>
          </a:p>
          <a:p>
            <a:pPr marL="0" marR="0" lvl="0" indent="0" algn="just" defTabSz="914400" rtl="0" eaLnBrk="0" fontAlgn="base" latinLnBrk="0" hangingPunct="0">
              <a:lnSpc>
                <a:spcPct val="100000"/>
              </a:lnSpc>
              <a:spcBef>
                <a:spcPct val="0"/>
              </a:spcBef>
              <a:spcAft>
                <a:spcPct val="0"/>
              </a:spcAft>
              <a:buClrTx/>
              <a:buSzTx/>
              <a:tabLst/>
            </a:pPr>
            <a:br>
              <a:rPr kumimoji="0" lang="en-US" altLang="en-US" sz="1600" b="0" i="0" u="none" strike="noStrike" cap="none" normalizeH="0" baseline="0" dirty="0">
                <a:ln>
                  <a:noFill/>
                </a:ln>
                <a:solidFill>
                  <a:srgbClr val="000000"/>
                </a:solidFill>
                <a:effectLst/>
                <a:latin typeface="Söhne"/>
              </a:rPr>
            </a:br>
            <a:endParaRPr kumimoji="0" lang="en-US" altLang="en-US" sz="1600" b="0" i="0" u="none" strike="noStrike" cap="none" normalizeH="0" baseline="0" dirty="0">
              <a:ln>
                <a:noFill/>
              </a:ln>
              <a:solidFill>
                <a:schemeClr val="tx1"/>
              </a:solidFill>
              <a:effectLst/>
            </a:endParaRPr>
          </a:p>
        </p:txBody>
      </p:sp>
      <p:sp>
        <p:nvSpPr>
          <p:cNvPr id="6" name="Rectangle 1">
            <a:extLst>
              <a:ext uri="{FF2B5EF4-FFF2-40B4-BE49-F238E27FC236}">
                <a16:creationId xmlns:a16="http://schemas.microsoft.com/office/drawing/2014/main" id="{9F70D895-FC7E-8367-E0B6-93BC4330DA3C}"/>
              </a:ext>
            </a:extLst>
          </p:cNvPr>
          <p:cNvSpPr>
            <a:spLocks noChangeArrowheads="1"/>
          </p:cNvSpPr>
          <p:nvPr/>
        </p:nvSpPr>
        <p:spPr bwMode="auto">
          <a:xfrm>
            <a:off x="602974" y="2602252"/>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rgbClr val="000000"/>
                </a:solidFill>
                <a:effectLst/>
                <a:latin typeface="Söhne"/>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95431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BB4C7733-4B34-49E4-BC40-E776CA0FB42D}"/>
              </a:ext>
            </a:extLst>
          </p:cNvPr>
          <p:cNvSpPr txBox="1">
            <a:spLocks noChangeArrowheads="1"/>
          </p:cNvSpPr>
          <p:nvPr/>
        </p:nvSpPr>
        <p:spPr bwMode="auto">
          <a:xfrm>
            <a:off x="1524000" y="435470"/>
            <a:ext cx="9144000"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457200">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37931725" indent="-37474525" defTabSz="45720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defTabSz="4572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spcAft>
                <a:spcPct val="0"/>
              </a:spcAft>
              <a:buFontTx/>
              <a:buNone/>
            </a:pPr>
            <a:r>
              <a:rPr lang="en-US" altLang="en-US" sz="4000" i="0" dirty="0">
                <a:solidFill>
                  <a:srgbClr val="FF0000"/>
                </a:solidFill>
              </a:rPr>
              <a:t>Instruction Set Architecture - CISC</a:t>
            </a:r>
          </a:p>
        </p:txBody>
      </p:sp>
      <p:sp>
        <p:nvSpPr>
          <p:cNvPr id="4" name="Rectangle 2">
            <a:extLst>
              <a:ext uri="{FF2B5EF4-FFF2-40B4-BE49-F238E27FC236}">
                <a16:creationId xmlns:a16="http://schemas.microsoft.com/office/drawing/2014/main" id="{39C5D44A-51A4-41A2-7290-B7B6AA507F97}"/>
              </a:ext>
            </a:extLst>
          </p:cNvPr>
          <p:cNvSpPr>
            <a:spLocks noGrp="1" noChangeArrowheads="1"/>
          </p:cNvSpPr>
          <p:nvPr>
            <p:ph idx="1"/>
          </p:nvPr>
        </p:nvSpPr>
        <p:spPr bwMode="auto">
          <a:xfrm>
            <a:off x="1981200" y="3587590"/>
            <a:ext cx="8833718" cy="954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rgbClr val="000000"/>
                </a:solidFill>
                <a:effectLst/>
                <a:latin typeface="Söhne"/>
              </a:rPr>
            </a:br>
            <a:endParaRPr kumimoji="0" lang="en-US" altLang="en-US" sz="1200" b="0" i="0" u="none" strike="noStrike" cap="none" normalizeH="0" baseline="0" dirty="0">
              <a:ln>
                <a:noFill/>
              </a:ln>
              <a:solidFill>
                <a:schemeClr val="tx1"/>
              </a:solidFill>
              <a:effectLst/>
            </a:endParaRPr>
          </a:p>
        </p:txBody>
      </p:sp>
      <p:sp>
        <p:nvSpPr>
          <p:cNvPr id="3" name="Rectangle 2">
            <a:extLst>
              <a:ext uri="{FF2B5EF4-FFF2-40B4-BE49-F238E27FC236}">
                <a16:creationId xmlns:a16="http://schemas.microsoft.com/office/drawing/2014/main" id="{DD363AEA-65A3-4B8C-33BA-6F2CBD555F71}"/>
              </a:ext>
            </a:extLst>
          </p:cNvPr>
          <p:cNvSpPr>
            <a:spLocks noChangeArrowheads="1"/>
          </p:cNvSpPr>
          <p:nvPr/>
        </p:nvSpPr>
        <p:spPr bwMode="auto">
          <a:xfrm>
            <a:off x="1470992" y="2448302"/>
            <a:ext cx="55181943" cy="585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br>
              <a:rPr kumimoji="0" lang="en-US" altLang="en-US" sz="600" b="0" i="0" u="none" strike="noStrike" cap="none" normalizeH="0" baseline="0" dirty="0">
                <a:ln>
                  <a:noFill/>
                </a:ln>
                <a:solidFill>
                  <a:srgbClr val="000000"/>
                </a:solidFill>
                <a:effectLst/>
                <a:latin typeface="Söhne"/>
              </a:rPr>
            </a:br>
            <a:endParaRPr kumimoji="0" lang="en-US" altLang="en-US" sz="6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0DD42F66-BFFF-BECD-DFDF-2E84436D6A96}"/>
              </a:ext>
            </a:extLst>
          </p:cNvPr>
          <p:cNvSpPr>
            <a:spLocks noChangeArrowheads="1"/>
          </p:cNvSpPr>
          <p:nvPr/>
        </p:nvSpPr>
        <p:spPr bwMode="auto">
          <a:xfrm>
            <a:off x="1093304" y="3495256"/>
            <a:ext cx="10349948" cy="113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Söhne"/>
            </a:endParaRPr>
          </a:p>
          <a:p>
            <a:pPr marL="0" marR="0" lvl="0" indent="0" algn="just"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rgbClr val="000000"/>
                </a:solidFill>
                <a:effectLst/>
                <a:latin typeface="Söhne"/>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EDF00614-5524-1933-5554-13C3CBBDAA19}"/>
              </a:ext>
            </a:extLst>
          </p:cNvPr>
          <p:cNvSpPr>
            <a:spLocks noChangeArrowheads="1"/>
          </p:cNvSpPr>
          <p:nvPr/>
        </p:nvSpPr>
        <p:spPr bwMode="auto">
          <a:xfrm>
            <a:off x="1470992" y="1540619"/>
            <a:ext cx="8837598" cy="409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r>
              <a:rPr lang="en-GB" sz="1600" b="1" i="0" dirty="0">
                <a:solidFill>
                  <a:srgbClr val="374151"/>
                </a:solidFill>
                <a:effectLst/>
                <a:latin typeface="Söhne"/>
              </a:rPr>
              <a:t>Complex Instruction Set Computer (CISC):</a:t>
            </a:r>
            <a:endParaRPr lang="en-GB" sz="1600" b="0" i="0" dirty="0">
              <a:solidFill>
                <a:srgbClr val="374151"/>
              </a:solidFill>
              <a:effectLst/>
              <a:latin typeface="Söhne"/>
            </a:endParaRPr>
          </a:p>
          <a:p>
            <a:pPr marL="285750" indent="-285750" algn="just">
              <a:buFont typeface="Arial" panose="020B0604020202020204" pitchFamily="34" charset="0"/>
              <a:buChar char="•"/>
            </a:pPr>
            <a:r>
              <a:rPr lang="en-GB" sz="1600" b="1" i="0" dirty="0">
                <a:solidFill>
                  <a:srgbClr val="374151"/>
                </a:solidFill>
                <a:effectLst/>
                <a:latin typeface="Söhne"/>
              </a:rPr>
              <a:t>Instruction Complexity:</a:t>
            </a:r>
            <a:r>
              <a:rPr lang="en-GB" sz="1600" b="0" i="0" dirty="0">
                <a:solidFill>
                  <a:srgbClr val="374151"/>
                </a:solidFill>
                <a:effectLst/>
                <a:latin typeface="Söhne"/>
              </a:rPr>
              <a:t> CISC architectures feature a wide range of complex instructions that can perform multiple tasks in a single instruction. These instructions are typically variable in length.</a:t>
            </a:r>
          </a:p>
          <a:p>
            <a:pPr marL="285750" indent="-285750" algn="just">
              <a:buFont typeface="Arial" panose="020B0604020202020204" pitchFamily="34" charset="0"/>
              <a:buChar char="•"/>
            </a:pPr>
            <a:r>
              <a:rPr lang="en-GB" sz="1600" b="1" i="0" dirty="0">
                <a:solidFill>
                  <a:srgbClr val="374151"/>
                </a:solidFill>
                <a:effectLst/>
                <a:latin typeface="Söhne"/>
              </a:rPr>
              <a:t>Microcode:</a:t>
            </a:r>
            <a:r>
              <a:rPr lang="en-GB" sz="1600" b="0" i="0" dirty="0">
                <a:solidFill>
                  <a:srgbClr val="374151"/>
                </a:solidFill>
                <a:effectLst/>
                <a:latin typeface="Söhne"/>
              </a:rPr>
              <a:t> CISC CPUs often use microcode to implement complex instructions. Microcode is a lower-level set of instructions used by the CPU to execute the higher-level CISC instructions.</a:t>
            </a:r>
          </a:p>
          <a:p>
            <a:pPr marL="285750" indent="-285750" algn="just">
              <a:buFont typeface="Arial" panose="020B0604020202020204" pitchFamily="34" charset="0"/>
              <a:buChar char="•"/>
            </a:pPr>
            <a:r>
              <a:rPr lang="en-GB" sz="1600" b="1" i="0" dirty="0">
                <a:solidFill>
                  <a:srgbClr val="374151"/>
                </a:solidFill>
                <a:effectLst/>
                <a:latin typeface="Söhne"/>
              </a:rPr>
              <a:t>Memory Access:</a:t>
            </a:r>
            <a:r>
              <a:rPr lang="en-GB" sz="1600" b="0" i="0" dirty="0">
                <a:solidFill>
                  <a:srgbClr val="374151"/>
                </a:solidFill>
                <a:effectLst/>
                <a:latin typeface="Söhne"/>
              </a:rPr>
              <a:t> CISC architectures tend to rely on memory-based addressing modes, allowing instructions to operate directly on memory locations. This can result in fewer instructions per program but more complex instructions.</a:t>
            </a:r>
          </a:p>
          <a:p>
            <a:pPr marL="285750" indent="-285750" algn="just">
              <a:buFont typeface="Arial" panose="020B0604020202020204" pitchFamily="34" charset="0"/>
              <a:buChar char="•"/>
            </a:pPr>
            <a:r>
              <a:rPr lang="en-GB" sz="1600" b="1" i="0" dirty="0">
                <a:solidFill>
                  <a:srgbClr val="374151"/>
                </a:solidFill>
                <a:effectLst/>
                <a:latin typeface="Söhne"/>
              </a:rPr>
              <a:t>Pipeline Stages:</a:t>
            </a:r>
            <a:r>
              <a:rPr lang="en-GB" sz="1600" b="0" i="0" dirty="0">
                <a:solidFill>
                  <a:srgbClr val="374151"/>
                </a:solidFill>
                <a:effectLst/>
                <a:latin typeface="Söhne"/>
              </a:rPr>
              <a:t> CISC CPUs may have longer instruction pipelines due to the complexity of their instructions. This can lead to a slower clock speed but potentially fewer instructions per program.</a:t>
            </a:r>
          </a:p>
          <a:p>
            <a:pPr marL="285750" indent="-285750" algn="just">
              <a:buFont typeface="Arial" panose="020B0604020202020204" pitchFamily="34" charset="0"/>
              <a:buChar char="•"/>
            </a:pPr>
            <a:r>
              <a:rPr lang="en-GB" sz="1600" b="1" i="0" dirty="0">
                <a:solidFill>
                  <a:srgbClr val="374151"/>
                </a:solidFill>
                <a:effectLst/>
                <a:latin typeface="Söhne"/>
              </a:rPr>
              <a:t>Code Density:</a:t>
            </a:r>
            <a:r>
              <a:rPr lang="en-GB" sz="1600" b="0" i="0" dirty="0">
                <a:solidFill>
                  <a:srgbClr val="374151"/>
                </a:solidFill>
                <a:effectLst/>
                <a:latin typeface="Söhne"/>
              </a:rPr>
              <a:t> CISC instructions tend to be more memory-intensive due to their complexity, potentially leading to larger program sizes.</a:t>
            </a:r>
          </a:p>
          <a:p>
            <a:pPr marL="285750" indent="-285750" algn="just">
              <a:buFont typeface="Arial" panose="020B0604020202020204" pitchFamily="34" charset="0"/>
              <a:buChar char="•"/>
            </a:pPr>
            <a:r>
              <a:rPr lang="en-GB" sz="1600" b="1" i="0" dirty="0">
                <a:solidFill>
                  <a:srgbClr val="374151"/>
                </a:solidFill>
                <a:effectLst/>
                <a:latin typeface="Söhne"/>
              </a:rPr>
              <a:t>Legacy Support:</a:t>
            </a:r>
            <a:r>
              <a:rPr lang="en-GB" sz="1600" b="0" i="0" dirty="0">
                <a:solidFill>
                  <a:srgbClr val="374151"/>
                </a:solidFill>
                <a:effectLst/>
                <a:latin typeface="Söhne"/>
              </a:rPr>
              <a:t> Many older computer architectures, such as the x86 architecture, are CISC-based. They maintain backward compatibility with earlier generations, which can result in complex and sometimes inefficient instruction sets.</a:t>
            </a:r>
          </a:p>
        </p:txBody>
      </p:sp>
    </p:spTree>
    <p:extLst>
      <p:ext uri="{BB962C8B-B14F-4D97-AF65-F5344CB8AC3E}">
        <p14:creationId xmlns:p14="http://schemas.microsoft.com/office/powerpoint/2010/main" val="2760969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BB4C7733-4B34-49E4-BC40-E776CA0FB42D}"/>
              </a:ext>
            </a:extLst>
          </p:cNvPr>
          <p:cNvSpPr txBox="1">
            <a:spLocks noChangeArrowheads="1"/>
          </p:cNvSpPr>
          <p:nvPr/>
        </p:nvSpPr>
        <p:spPr bwMode="auto">
          <a:xfrm>
            <a:off x="1524000" y="435470"/>
            <a:ext cx="9144000"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457200">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37931725" indent="-37474525" defTabSz="45720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defTabSz="4572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spcAft>
                <a:spcPct val="0"/>
              </a:spcAft>
              <a:buFontTx/>
              <a:buNone/>
            </a:pPr>
            <a:r>
              <a:rPr lang="en-US" altLang="en-US" sz="4000" i="0" dirty="0">
                <a:solidFill>
                  <a:srgbClr val="FF0000"/>
                </a:solidFill>
              </a:rPr>
              <a:t>Instruction Set Architecture - RISC</a:t>
            </a:r>
          </a:p>
        </p:txBody>
      </p:sp>
      <p:sp>
        <p:nvSpPr>
          <p:cNvPr id="4" name="Rectangle 2">
            <a:extLst>
              <a:ext uri="{FF2B5EF4-FFF2-40B4-BE49-F238E27FC236}">
                <a16:creationId xmlns:a16="http://schemas.microsoft.com/office/drawing/2014/main" id="{39C5D44A-51A4-41A2-7290-B7B6AA507F97}"/>
              </a:ext>
            </a:extLst>
          </p:cNvPr>
          <p:cNvSpPr>
            <a:spLocks noGrp="1" noChangeArrowheads="1"/>
          </p:cNvSpPr>
          <p:nvPr>
            <p:ph idx="1"/>
          </p:nvPr>
        </p:nvSpPr>
        <p:spPr bwMode="auto">
          <a:xfrm>
            <a:off x="1981200" y="3587590"/>
            <a:ext cx="8833718" cy="954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rgbClr val="000000"/>
                </a:solidFill>
                <a:effectLst/>
                <a:latin typeface="Söhne"/>
              </a:rPr>
            </a:br>
            <a:endParaRPr kumimoji="0" lang="en-US" altLang="en-US" sz="1200" b="0" i="0" u="none" strike="noStrike" cap="none" normalizeH="0" baseline="0" dirty="0">
              <a:ln>
                <a:noFill/>
              </a:ln>
              <a:solidFill>
                <a:schemeClr val="tx1"/>
              </a:solidFill>
              <a:effectLst/>
            </a:endParaRPr>
          </a:p>
        </p:txBody>
      </p:sp>
      <p:sp>
        <p:nvSpPr>
          <p:cNvPr id="3" name="Rectangle 2">
            <a:extLst>
              <a:ext uri="{FF2B5EF4-FFF2-40B4-BE49-F238E27FC236}">
                <a16:creationId xmlns:a16="http://schemas.microsoft.com/office/drawing/2014/main" id="{DD363AEA-65A3-4B8C-33BA-6F2CBD555F71}"/>
              </a:ext>
            </a:extLst>
          </p:cNvPr>
          <p:cNvSpPr>
            <a:spLocks noChangeArrowheads="1"/>
          </p:cNvSpPr>
          <p:nvPr/>
        </p:nvSpPr>
        <p:spPr bwMode="auto">
          <a:xfrm>
            <a:off x="1470992" y="2448302"/>
            <a:ext cx="55181943" cy="585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br>
              <a:rPr kumimoji="0" lang="en-US" altLang="en-US" sz="600" b="0" i="0" u="none" strike="noStrike" cap="none" normalizeH="0" baseline="0" dirty="0">
                <a:ln>
                  <a:noFill/>
                </a:ln>
                <a:solidFill>
                  <a:srgbClr val="000000"/>
                </a:solidFill>
                <a:effectLst/>
                <a:latin typeface="Söhne"/>
              </a:rPr>
            </a:br>
            <a:endParaRPr kumimoji="0" lang="en-US" altLang="en-US" sz="6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0DD42F66-BFFF-BECD-DFDF-2E84436D6A96}"/>
              </a:ext>
            </a:extLst>
          </p:cNvPr>
          <p:cNvSpPr>
            <a:spLocks noChangeArrowheads="1"/>
          </p:cNvSpPr>
          <p:nvPr/>
        </p:nvSpPr>
        <p:spPr bwMode="auto">
          <a:xfrm>
            <a:off x="1093304" y="3495256"/>
            <a:ext cx="10349948" cy="113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Söhne"/>
            </a:endParaRPr>
          </a:p>
          <a:p>
            <a:pPr marL="0" marR="0" lvl="0" indent="0" algn="just"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rgbClr val="000000"/>
                </a:solidFill>
                <a:effectLst/>
                <a:latin typeface="Söhne"/>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EDF00614-5524-1933-5554-13C3CBBDAA19}"/>
              </a:ext>
            </a:extLst>
          </p:cNvPr>
          <p:cNvSpPr>
            <a:spLocks noChangeArrowheads="1"/>
          </p:cNvSpPr>
          <p:nvPr/>
        </p:nvSpPr>
        <p:spPr bwMode="auto">
          <a:xfrm>
            <a:off x="1470992" y="1417508"/>
            <a:ext cx="8837598" cy="4340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r>
              <a:rPr lang="en-GB" sz="1600" b="1" i="0" dirty="0">
                <a:solidFill>
                  <a:srgbClr val="374151"/>
                </a:solidFill>
                <a:effectLst/>
                <a:latin typeface="Söhne"/>
              </a:rPr>
              <a:t>Reduced Instruction Set Computer (RISC):</a:t>
            </a:r>
            <a:endParaRPr lang="en-GB" sz="1600" b="0" i="0" dirty="0">
              <a:solidFill>
                <a:srgbClr val="374151"/>
              </a:solidFill>
              <a:effectLst/>
              <a:latin typeface="Söhne"/>
            </a:endParaRPr>
          </a:p>
          <a:p>
            <a:pPr marL="285750" indent="-285750" algn="just">
              <a:buFont typeface="Arial" panose="020B0604020202020204" pitchFamily="34" charset="0"/>
              <a:buChar char="•"/>
            </a:pPr>
            <a:r>
              <a:rPr lang="en-GB" sz="1600" b="1" i="0" dirty="0">
                <a:solidFill>
                  <a:srgbClr val="374151"/>
                </a:solidFill>
                <a:effectLst/>
                <a:latin typeface="Söhne"/>
              </a:rPr>
              <a:t>Instruction Simplicity:</a:t>
            </a:r>
            <a:r>
              <a:rPr lang="en-GB" sz="1600" b="0" i="0" dirty="0">
                <a:solidFill>
                  <a:srgbClr val="374151"/>
                </a:solidFill>
                <a:effectLst/>
                <a:latin typeface="Söhne"/>
              </a:rPr>
              <a:t> RISC architectures have a smaller and more simplified set of instructions, with a focus on performing basic operations efficiently. Instructions are typically of fixed length.</a:t>
            </a:r>
          </a:p>
          <a:p>
            <a:pPr marL="285750" indent="-285750" algn="just">
              <a:buFont typeface="Arial" panose="020B0604020202020204" pitchFamily="34" charset="0"/>
              <a:buChar char="•"/>
            </a:pPr>
            <a:r>
              <a:rPr lang="en-GB" sz="1600" b="1" i="0" dirty="0">
                <a:solidFill>
                  <a:srgbClr val="374151"/>
                </a:solidFill>
                <a:effectLst/>
                <a:latin typeface="Söhne"/>
              </a:rPr>
              <a:t>No Microcode:</a:t>
            </a:r>
            <a:r>
              <a:rPr lang="en-GB" sz="1600" b="0" i="0" dirty="0">
                <a:solidFill>
                  <a:srgbClr val="374151"/>
                </a:solidFill>
                <a:effectLst/>
                <a:latin typeface="Söhne"/>
              </a:rPr>
              <a:t> RISC CPUs typically avoid microcode, relying on hardwired control units for instruction execution.</a:t>
            </a:r>
          </a:p>
          <a:p>
            <a:pPr marL="285750" indent="-285750" algn="just">
              <a:buFont typeface="Arial" panose="020B0604020202020204" pitchFamily="34" charset="0"/>
              <a:buChar char="•"/>
            </a:pPr>
            <a:r>
              <a:rPr lang="en-GB" sz="1600" b="1" i="0" dirty="0">
                <a:solidFill>
                  <a:srgbClr val="374151"/>
                </a:solidFill>
                <a:effectLst/>
                <a:latin typeface="Söhne"/>
              </a:rPr>
              <a:t>Load/Store Architecture:</a:t>
            </a:r>
            <a:r>
              <a:rPr lang="en-GB" sz="1600" b="0" i="0" dirty="0">
                <a:solidFill>
                  <a:srgbClr val="374151"/>
                </a:solidFill>
                <a:effectLst/>
                <a:latin typeface="Söhne"/>
              </a:rPr>
              <a:t> RISC architectures follow a load/store model, meaning that only load and store instructions can access memory directly. All other operations must use registers, promoting register-based data manipulation.</a:t>
            </a:r>
          </a:p>
          <a:p>
            <a:pPr marL="285750" indent="-285750" algn="just">
              <a:buFont typeface="Arial" panose="020B0604020202020204" pitchFamily="34" charset="0"/>
              <a:buChar char="•"/>
            </a:pPr>
            <a:r>
              <a:rPr lang="en-GB" sz="1600" b="1" i="0" dirty="0">
                <a:solidFill>
                  <a:srgbClr val="374151"/>
                </a:solidFill>
                <a:effectLst/>
                <a:latin typeface="Söhne"/>
              </a:rPr>
              <a:t>Shorter Pipeline:</a:t>
            </a:r>
            <a:r>
              <a:rPr lang="en-GB" sz="1600" b="0" i="0" dirty="0">
                <a:solidFill>
                  <a:srgbClr val="374151"/>
                </a:solidFill>
                <a:effectLst/>
                <a:latin typeface="Söhne"/>
              </a:rPr>
              <a:t> RISC CPUs often have shorter instruction pipelines, allowing for faster clock speeds and reduced latency. However, this can lead to potentially more instructions per program.</a:t>
            </a:r>
          </a:p>
          <a:p>
            <a:pPr marL="285750" indent="-285750" algn="just">
              <a:buFont typeface="Arial" panose="020B0604020202020204" pitchFamily="34" charset="0"/>
              <a:buChar char="•"/>
            </a:pPr>
            <a:r>
              <a:rPr lang="en-GB" sz="1600" b="1" i="0" dirty="0">
                <a:solidFill>
                  <a:srgbClr val="374151"/>
                </a:solidFill>
                <a:effectLst/>
                <a:latin typeface="Söhne"/>
              </a:rPr>
              <a:t>Code Density:</a:t>
            </a:r>
            <a:r>
              <a:rPr lang="en-GB" sz="1600" b="0" i="0" dirty="0">
                <a:solidFill>
                  <a:srgbClr val="374151"/>
                </a:solidFill>
                <a:effectLst/>
                <a:latin typeface="Söhne"/>
              </a:rPr>
              <a:t> RISC instructions tend to be more compact, resulting in smaller program sizes and more efficient memory usage.</a:t>
            </a:r>
          </a:p>
          <a:p>
            <a:pPr marL="285750" indent="-285750" algn="just">
              <a:buFont typeface="Arial" panose="020B0604020202020204" pitchFamily="34" charset="0"/>
              <a:buChar char="•"/>
            </a:pPr>
            <a:r>
              <a:rPr lang="en-GB" sz="1600" b="1" i="0" dirty="0">
                <a:solidFill>
                  <a:srgbClr val="374151"/>
                </a:solidFill>
                <a:effectLst/>
                <a:latin typeface="Söhne"/>
              </a:rPr>
              <a:t>Efficiency and Performance:</a:t>
            </a:r>
            <a:r>
              <a:rPr lang="en-GB" sz="1600" b="0" i="0" dirty="0">
                <a:solidFill>
                  <a:srgbClr val="374151"/>
                </a:solidFill>
                <a:effectLst/>
                <a:latin typeface="Söhne"/>
              </a:rPr>
              <a:t> RISC architectures prioritize the efficient execution of simple instructions, making them well-suited for high-performance computing and pipelining.</a:t>
            </a:r>
          </a:p>
          <a:p>
            <a:pPr marL="285750" indent="-285750" algn="just">
              <a:buFont typeface="Arial" panose="020B0604020202020204" pitchFamily="34" charset="0"/>
              <a:buChar char="•"/>
            </a:pPr>
            <a:r>
              <a:rPr lang="en-GB" sz="1600" b="1" i="0" dirty="0">
                <a:solidFill>
                  <a:srgbClr val="374151"/>
                </a:solidFill>
                <a:effectLst/>
                <a:latin typeface="Söhne"/>
              </a:rPr>
              <a:t>Simplified Addressing Modes:</a:t>
            </a:r>
            <a:r>
              <a:rPr lang="en-GB" sz="1600" b="0" i="0" dirty="0">
                <a:solidFill>
                  <a:srgbClr val="374151"/>
                </a:solidFill>
                <a:effectLst/>
                <a:latin typeface="Söhne"/>
              </a:rPr>
              <a:t> RISC architectures typically have fewer addressing modes, simplifying the instruction set and reducing complexity.</a:t>
            </a:r>
          </a:p>
        </p:txBody>
      </p:sp>
    </p:spTree>
    <p:extLst>
      <p:ext uri="{BB962C8B-B14F-4D97-AF65-F5344CB8AC3E}">
        <p14:creationId xmlns:p14="http://schemas.microsoft.com/office/powerpoint/2010/main" val="3397438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FB8ED68-9432-40AC-BE87-9ED1CC386A2A}"/>
              </a:ext>
            </a:extLst>
          </p:cNvPr>
          <p:cNvSpPr txBox="1">
            <a:spLocks noChangeArrowheads="1"/>
          </p:cNvSpPr>
          <p:nvPr/>
        </p:nvSpPr>
        <p:spPr bwMode="auto">
          <a:xfrm>
            <a:off x="1524000" y="527050"/>
            <a:ext cx="91440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457200">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37931725" indent="-37474525" defTabSz="45720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defTabSz="4572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spcAft>
                <a:spcPct val="0"/>
              </a:spcAft>
              <a:buFontTx/>
              <a:buNone/>
            </a:pPr>
            <a:r>
              <a:rPr lang="en-US" altLang="en-US" sz="4000" i="0">
                <a:solidFill>
                  <a:srgbClr val="FF0000"/>
                </a:solidFill>
              </a:rPr>
              <a:t>What is Computer Architecture?</a:t>
            </a:r>
          </a:p>
        </p:txBody>
      </p:sp>
      <p:sp>
        <p:nvSpPr>
          <p:cNvPr id="3" name="Rectangle 3075">
            <a:extLst>
              <a:ext uri="{FF2B5EF4-FFF2-40B4-BE49-F238E27FC236}">
                <a16:creationId xmlns:a16="http://schemas.microsoft.com/office/drawing/2014/main" id="{C2484C61-F02A-4E21-9E13-442E0C7E1B5C}"/>
              </a:ext>
            </a:extLst>
          </p:cNvPr>
          <p:cNvSpPr txBox="1">
            <a:spLocks noChangeArrowheads="1"/>
          </p:cNvSpPr>
          <p:nvPr/>
        </p:nvSpPr>
        <p:spPr bwMode="auto">
          <a:xfrm>
            <a:off x="2362200" y="2470151"/>
            <a:ext cx="7772400" cy="235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63500" tIns="25400" rIns="63500" bIns="25400">
            <a:spAutoFit/>
          </a:bodyPr>
          <a:lstStyle>
            <a:lvl1pPr marL="342900" indent="-342900" algn="l" rtl="0" eaLnBrk="0" fontAlgn="base" hangingPunct="0">
              <a:spcBef>
                <a:spcPts val="1200"/>
              </a:spcBef>
              <a:spcAft>
                <a:spcPts val="600"/>
              </a:spcAft>
              <a:buChar char="•"/>
              <a:defRPr sz="3200" b="1" i="1">
                <a:solidFill>
                  <a:srgbClr val="000000"/>
                </a:solidFill>
                <a:latin typeface="Arial" pitchFamily="-107" charset="0"/>
                <a:ea typeface="ＭＳ Ｐゴシック" pitchFamily="-107" charset="-128"/>
                <a:cs typeface="ＭＳ Ｐゴシック" pitchFamily="-107" charset="-128"/>
              </a:defRPr>
            </a:lvl1pPr>
            <a:lvl2pPr marL="742950" indent="-285750" algn="l" rtl="0" eaLnBrk="0" fontAlgn="base" hangingPunct="0">
              <a:spcBef>
                <a:spcPts val="1200"/>
              </a:spcBef>
              <a:spcAft>
                <a:spcPts val="600"/>
              </a:spcAft>
              <a:buChar char="–"/>
              <a:defRPr sz="2800">
                <a:solidFill>
                  <a:schemeClr val="tx1"/>
                </a:solidFill>
                <a:latin typeface="Arial" pitchFamily="-107" charset="0"/>
                <a:ea typeface="ＭＳ Ｐゴシック" pitchFamily="-107" charset="-128"/>
              </a:defRPr>
            </a:lvl2pPr>
            <a:lvl3pPr marL="1143000" indent="-228600" algn="l" rtl="0" eaLnBrk="0" fontAlgn="base" hangingPunct="0">
              <a:spcBef>
                <a:spcPts val="1200"/>
              </a:spcBef>
              <a:spcAft>
                <a:spcPts val="600"/>
              </a:spcAft>
              <a:buChar char="•"/>
              <a:defRPr sz="2400" b="1">
                <a:solidFill>
                  <a:schemeClr val="tx1"/>
                </a:solidFill>
                <a:latin typeface="Arial" pitchFamily="-107" charset="0"/>
                <a:ea typeface="ＭＳ Ｐゴシック" pitchFamily="-107" charset="-128"/>
              </a:defRPr>
            </a:lvl3pPr>
            <a:lvl4pPr marL="1600200" indent="-228600" algn="l" rtl="0" eaLnBrk="0" fontAlgn="base" hangingPunct="0">
              <a:spcBef>
                <a:spcPts val="1200"/>
              </a:spcBef>
              <a:spcAft>
                <a:spcPts val="600"/>
              </a:spcAft>
              <a:buChar char="–"/>
              <a:defRPr sz="2000">
                <a:solidFill>
                  <a:schemeClr val="tx1"/>
                </a:solidFill>
                <a:latin typeface="Arial" pitchFamily="-107" charset="0"/>
                <a:ea typeface="ＭＳ Ｐゴシック" pitchFamily="-107" charset="-128"/>
              </a:defRPr>
            </a:lvl4pPr>
            <a:lvl5pPr marL="2057400" indent="-228600" algn="l" rtl="0" eaLnBrk="0" fontAlgn="base" hangingPunct="0">
              <a:spcBef>
                <a:spcPts val="1200"/>
              </a:spcBef>
              <a:spcAft>
                <a:spcPts val="300"/>
              </a:spcAft>
              <a:buChar char="»"/>
              <a:defRPr sz="2000" i="1">
                <a:solidFill>
                  <a:schemeClr val="tx1"/>
                </a:solidFill>
                <a:latin typeface="Arial" pitchFamily="-107" charset="0"/>
                <a:ea typeface="ＭＳ Ｐゴシック" pitchFamily="-107" charset="-128"/>
              </a:defRPr>
            </a:lvl5pPr>
            <a:lvl6pPr marL="2514600" indent="-228600" algn="l" rtl="0" fontAlgn="base">
              <a:spcBef>
                <a:spcPts val="1200"/>
              </a:spcBef>
              <a:spcAft>
                <a:spcPts val="300"/>
              </a:spcAft>
              <a:buChar char="»"/>
              <a:defRPr sz="2000" i="1">
                <a:solidFill>
                  <a:schemeClr val="tx1"/>
                </a:solidFill>
                <a:latin typeface="+mn-lt"/>
              </a:defRPr>
            </a:lvl6pPr>
            <a:lvl7pPr marL="2971800" indent="-228600" algn="l" rtl="0" fontAlgn="base">
              <a:spcBef>
                <a:spcPts val="1200"/>
              </a:spcBef>
              <a:spcAft>
                <a:spcPts val="300"/>
              </a:spcAft>
              <a:buChar char="»"/>
              <a:defRPr sz="2000" i="1">
                <a:solidFill>
                  <a:schemeClr val="tx1"/>
                </a:solidFill>
                <a:latin typeface="+mn-lt"/>
              </a:defRPr>
            </a:lvl7pPr>
            <a:lvl8pPr marL="3429000" indent="-228600" algn="l" rtl="0" fontAlgn="base">
              <a:spcBef>
                <a:spcPts val="1200"/>
              </a:spcBef>
              <a:spcAft>
                <a:spcPts val="300"/>
              </a:spcAft>
              <a:buChar char="»"/>
              <a:defRPr sz="2000" i="1">
                <a:solidFill>
                  <a:schemeClr val="tx1"/>
                </a:solidFill>
                <a:latin typeface="+mn-lt"/>
              </a:defRPr>
            </a:lvl8pPr>
            <a:lvl9pPr marL="3886200" indent="-228600" algn="l" rtl="0" fontAlgn="base">
              <a:spcBef>
                <a:spcPts val="1200"/>
              </a:spcBef>
              <a:spcAft>
                <a:spcPts val="300"/>
              </a:spcAft>
              <a:buChar char="»"/>
              <a:defRPr sz="2000" i="1">
                <a:solidFill>
                  <a:schemeClr val="tx1"/>
                </a:solidFill>
                <a:latin typeface="+mn-lt"/>
              </a:defRPr>
            </a:lvl9pPr>
          </a:lstStyle>
          <a:p>
            <a:pPr marL="203200" indent="-203200" eaLnBrk="1" hangingPunct="1">
              <a:buNone/>
              <a:defRPr/>
            </a:pPr>
            <a:r>
              <a:rPr lang="en-US" altLang="en-US" sz="4000" i="0" kern="0" dirty="0">
                <a:latin typeface="Arial Rounded MT Bold" panose="020F0704030504030204" pitchFamily="34" charset="0"/>
              </a:rPr>
              <a:t> Computer Architecture   = 	</a:t>
            </a:r>
          </a:p>
          <a:p>
            <a:pPr marL="203200" indent="-203200" eaLnBrk="1" hangingPunct="1">
              <a:buNone/>
              <a:defRPr/>
            </a:pPr>
            <a:r>
              <a:rPr lang="en-US" altLang="en-US" sz="4000" i="0" kern="0" dirty="0">
                <a:latin typeface="Arial Rounded MT Bold" panose="020F0704030504030204" pitchFamily="34" charset="0"/>
              </a:rPr>
              <a:t> Instruction Set Architecture + </a:t>
            </a:r>
          </a:p>
          <a:p>
            <a:pPr marL="203200" indent="-203200" eaLnBrk="1" hangingPunct="1">
              <a:buNone/>
              <a:defRPr/>
            </a:pPr>
            <a:r>
              <a:rPr lang="en-US" altLang="en-US" sz="4000" i="0" kern="0" dirty="0">
                <a:latin typeface="Arial Rounded MT Bold" panose="020F0704030504030204" pitchFamily="34" charset="0"/>
              </a:rPr>
              <a:t> Machine Organization</a:t>
            </a:r>
          </a:p>
        </p:txBody>
      </p:sp>
    </p:spTree>
    <p:extLst>
      <p:ext uri="{BB962C8B-B14F-4D97-AF65-F5344CB8AC3E}">
        <p14:creationId xmlns:p14="http://schemas.microsoft.com/office/powerpoint/2010/main" val="775975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8C20AC6-3902-4B72-99B2-C65D3E950E3D}"/>
              </a:ext>
            </a:extLst>
          </p:cNvPr>
          <p:cNvSpPr txBox="1">
            <a:spLocks noChangeArrowheads="1"/>
          </p:cNvSpPr>
          <p:nvPr/>
        </p:nvSpPr>
        <p:spPr bwMode="auto">
          <a:xfrm>
            <a:off x="1524000" y="298450"/>
            <a:ext cx="91440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457200">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37931725" indent="-37474525" defTabSz="45720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defTabSz="4572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spcAft>
                <a:spcPct val="0"/>
              </a:spcAft>
              <a:buFontTx/>
              <a:buNone/>
            </a:pPr>
            <a:r>
              <a:rPr lang="en-US" altLang="en-US" sz="4000" i="0">
                <a:solidFill>
                  <a:srgbClr val="FF0000"/>
                </a:solidFill>
              </a:rPr>
              <a:t>What is Computer Architecture?</a:t>
            </a:r>
          </a:p>
        </p:txBody>
      </p:sp>
      <p:grpSp>
        <p:nvGrpSpPr>
          <p:cNvPr id="32771" name="Group 1">
            <a:extLst>
              <a:ext uri="{FF2B5EF4-FFF2-40B4-BE49-F238E27FC236}">
                <a16:creationId xmlns:a16="http://schemas.microsoft.com/office/drawing/2014/main" id="{E40DFB4F-F512-4888-9285-01F2D3F75A0C}"/>
              </a:ext>
            </a:extLst>
          </p:cNvPr>
          <p:cNvGrpSpPr>
            <a:grpSpLocks/>
          </p:cNvGrpSpPr>
          <p:nvPr/>
        </p:nvGrpSpPr>
        <p:grpSpPr bwMode="auto">
          <a:xfrm>
            <a:off x="2209800" y="1066800"/>
            <a:ext cx="7382722" cy="5360704"/>
            <a:chOff x="2209800" y="2438400"/>
            <a:chExt cx="5212150" cy="3378200"/>
          </a:xfrm>
        </p:grpSpPr>
        <p:sp>
          <p:nvSpPr>
            <p:cNvPr id="32772" name="Rectangle 3">
              <a:extLst>
                <a:ext uri="{FF2B5EF4-FFF2-40B4-BE49-F238E27FC236}">
                  <a16:creationId xmlns:a16="http://schemas.microsoft.com/office/drawing/2014/main" id="{7F230042-D667-4061-89C5-FCC85069BA44}"/>
                </a:ext>
              </a:extLst>
            </p:cNvPr>
            <p:cNvSpPr>
              <a:spLocks noChangeArrowheads="1"/>
            </p:cNvSpPr>
            <p:nvPr/>
          </p:nvSpPr>
          <p:spPr bwMode="auto">
            <a:xfrm>
              <a:off x="4514840" y="4221162"/>
              <a:ext cx="914421" cy="210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a:lnSpc>
                  <a:spcPct val="102000"/>
                </a:lnSpc>
                <a:spcBef>
                  <a:spcPct val="0"/>
                </a:spcBef>
                <a:spcAft>
                  <a:spcPct val="0"/>
                </a:spcAft>
                <a:buFontTx/>
                <a:buNone/>
              </a:pPr>
              <a:r>
                <a:rPr lang="en-US" altLang="en-US" sz="1800" i="0">
                  <a:solidFill>
                    <a:schemeClr val="tx1"/>
                  </a:solidFill>
                </a:rPr>
                <a:t>I/O system</a:t>
              </a:r>
            </a:p>
          </p:txBody>
        </p:sp>
        <p:sp>
          <p:nvSpPr>
            <p:cNvPr id="32773" name="Rectangle 4">
              <a:extLst>
                <a:ext uri="{FF2B5EF4-FFF2-40B4-BE49-F238E27FC236}">
                  <a16:creationId xmlns:a16="http://schemas.microsoft.com/office/drawing/2014/main" id="{7EC650CC-ED97-4DB6-A43C-7391511C6E45}"/>
                </a:ext>
              </a:extLst>
            </p:cNvPr>
            <p:cNvSpPr>
              <a:spLocks noChangeArrowheads="1"/>
            </p:cNvSpPr>
            <p:nvPr/>
          </p:nvSpPr>
          <p:spPr bwMode="auto">
            <a:xfrm>
              <a:off x="2908300" y="5537200"/>
              <a:ext cx="254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ahoma" panose="020B0604030504040204" pitchFamily="34" charset="0"/>
              </a:endParaRPr>
            </a:p>
          </p:txBody>
        </p:sp>
        <p:sp>
          <p:nvSpPr>
            <p:cNvPr id="32774" name="Rectangle 5">
              <a:extLst>
                <a:ext uri="{FF2B5EF4-FFF2-40B4-BE49-F238E27FC236}">
                  <a16:creationId xmlns:a16="http://schemas.microsoft.com/office/drawing/2014/main" id="{CA22E594-1F79-44FA-A041-1B65B109EFB0}"/>
                </a:ext>
              </a:extLst>
            </p:cNvPr>
            <p:cNvSpPr>
              <a:spLocks noChangeArrowheads="1"/>
            </p:cNvSpPr>
            <p:nvPr/>
          </p:nvSpPr>
          <p:spPr bwMode="auto">
            <a:xfrm>
              <a:off x="2646926" y="4221162"/>
              <a:ext cx="1729251" cy="210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a:lnSpc>
                  <a:spcPct val="102000"/>
                </a:lnSpc>
                <a:spcBef>
                  <a:spcPct val="0"/>
                </a:spcBef>
                <a:spcAft>
                  <a:spcPct val="0"/>
                </a:spcAft>
                <a:buFontTx/>
                <a:buNone/>
              </a:pPr>
              <a:r>
                <a:rPr lang="en-US" altLang="en-US" sz="1800" i="0">
                  <a:solidFill>
                    <a:schemeClr val="tx1"/>
                  </a:solidFill>
                </a:rPr>
                <a:t>Instruction Set Proc.</a:t>
              </a:r>
            </a:p>
          </p:txBody>
        </p:sp>
        <p:sp>
          <p:nvSpPr>
            <p:cNvPr id="32775" name="Rectangle 6">
              <a:extLst>
                <a:ext uri="{FF2B5EF4-FFF2-40B4-BE49-F238E27FC236}">
                  <a16:creationId xmlns:a16="http://schemas.microsoft.com/office/drawing/2014/main" id="{558AD705-27CA-48B0-A8F4-7A0E9FB193FC}"/>
                </a:ext>
              </a:extLst>
            </p:cNvPr>
            <p:cNvSpPr>
              <a:spLocks noChangeArrowheads="1"/>
            </p:cNvSpPr>
            <p:nvPr/>
          </p:nvSpPr>
          <p:spPr bwMode="auto">
            <a:xfrm>
              <a:off x="2482850" y="4108450"/>
              <a:ext cx="3111500" cy="3810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ahoma" panose="020B0604030504040204" pitchFamily="34" charset="0"/>
              </a:endParaRPr>
            </a:p>
          </p:txBody>
        </p:sp>
        <p:sp>
          <p:nvSpPr>
            <p:cNvPr id="32776" name="Line 7">
              <a:extLst>
                <a:ext uri="{FF2B5EF4-FFF2-40B4-BE49-F238E27FC236}">
                  <a16:creationId xmlns:a16="http://schemas.microsoft.com/office/drawing/2014/main" id="{BBCB95FC-CAC1-4BB1-A191-542BE3DFFF08}"/>
                </a:ext>
              </a:extLst>
            </p:cNvPr>
            <p:cNvSpPr>
              <a:spLocks noChangeShapeType="1"/>
            </p:cNvSpPr>
            <p:nvPr/>
          </p:nvSpPr>
          <p:spPr bwMode="auto">
            <a:xfrm>
              <a:off x="4305300" y="4102100"/>
              <a:ext cx="0" cy="419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77" name="Rectangle 8">
              <a:extLst>
                <a:ext uri="{FF2B5EF4-FFF2-40B4-BE49-F238E27FC236}">
                  <a16:creationId xmlns:a16="http://schemas.microsoft.com/office/drawing/2014/main" id="{3E2C6C40-BAF8-47B5-B38B-F841B0F56DFD}"/>
                </a:ext>
              </a:extLst>
            </p:cNvPr>
            <p:cNvSpPr>
              <a:spLocks noChangeArrowheads="1"/>
            </p:cNvSpPr>
            <p:nvPr/>
          </p:nvSpPr>
          <p:spPr bwMode="auto">
            <a:xfrm>
              <a:off x="3081437" y="3644900"/>
              <a:ext cx="796723" cy="210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a:lnSpc>
                  <a:spcPct val="102000"/>
                </a:lnSpc>
                <a:spcBef>
                  <a:spcPct val="0"/>
                </a:spcBef>
                <a:spcAft>
                  <a:spcPct val="0"/>
                </a:spcAft>
                <a:buFontTx/>
                <a:buNone/>
              </a:pPr>
              <a:r>
                <a:rPr lang="en-US" altLang="en-US" sz="1800" i="0">
                  <a:solidFill>
                    <a:schemeClr val="tx1"/>
                  </a:solidFill>
                </a:rPr>
                <a:t>Compiler</a:t>
              </a:r>
            </a:p>
          </p:txBody>
        </p:sp>
        <p:sp>
          <p:nvSpPr>
            <p:cNvPr id="32778" name="Rectangle 9">
              <a:extLst>
                <a:ext uri="{FF2B5EF4-FFF2-40B4-BE49-F238E27FC236}">
                  <a16:creationId xmlns:a16="http://schemas.microsoft.com/office/drawing/2014/main" id="{B52B69E8-827A-45DA-A787-0ECCEA391F6F}"/>
                </a:ext>
              </a:extLst>
            </p:cNvPr>
            <p:cNvSpPr>
              <a:spLocks noChangeArrowheads="1"/>
            </p:cNvSpPr>
            <p:nvPr/>
          </p:nvSpPr>
          <p:spPr bwMode="auto">
            <a:xfrm>
              <a:off x="2876550" y="3587750"/>
              <a:ext cx="1130300" cy="330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ahoma" panose="020B0604030504040204" pitchFamily="34" charset="0"/>
              </a:endParaRPr>
            </a:p>
          </p:txBody>
        </p:sp>
        <p:sp>
          <p:nvSpPr>
            <p:cNvPr id="32779" name="Rectangle 10">
              <a:extLst>
                <a:ext uri="{FF2B5EF4-FFF2-40B4-BE49-F238E27FC236}">
                  <a16:creationId xmlns:a16="http://schemas.microsoft.com/office/drawing/2014/main" id="{CA3A8239-DB34-4BB5-9B99-07782AD47A80}"/>
                </a:ext>
              </a:extLst>
            </p:cNvPr>
            <p:cNvSpPr>
              <a:spLocks noChangeArrowheads="1"/>
            </p:cNvSpPr>
            <p:nvPr/>
          </p:nvSpPr>
          <p:spPr bwMode="auto">
            <a:xfrm>
              <a:off x="4025900" y="3058447"/>
              <a:ext cx="860076" cy="388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a:lnSpc>
                  <a:spcPct val="102000"/>
                </a:lnSpc>
                <a:spcBef>
                  <a:spcPct val="0"/>
                </a:spcBef>
                <a:spcAft>
                  <a:spcPct val="0"/>
                </a:spcAft>
                <a:buFontTx/>
                <a:buNone/>
              </a:pPr>
              <a:r>
                <a:rPr lang="en-US" altLang="en-US" sz="1800" i="0">
                  <a:solidFill>
                    <a:schemeClr val="tx1"/>
                  </a:solidFill>
                </a:rPr>
                <a:t>Operating</a:t>
              </a:r>
            </a:p>
            <a:p>
              <a:pPr algn="ctr">
                <a:lnSpc>
                  <a:spcPct val="102000"/>
                </a:lnSpc>
                <a:spcBef>
                  <a:spcPct val="0"/>
                </a:spcBef>
                <a:spcAft>
                  <a:spcPct val="0"/>
                </a:spcAft>
                <a:buFontTx/>
                <a:buNone/>
              </a:pPr>
              <a:r>
                <a:rPr lang="en-US" altLang="en-US" sz="1800" i="0">
                  <a:solidFill>
                    <a:schemeClr val="tx1"/>
                  </a:solidFill>
                </a:rPr>
                <a:t>System</a:t>
              </a:r>
            </a:p>
          </p:txBody>
        </p:sp>
        <p:sp>
          <p:nvSpPr>
            <p:cNvPr id="32780" name="Line 12">
              <a:extLst>
                <a:ext uri="{FF2B5EF4-FFF2-40B4-BE49-F238E27FC236}">
                  <a16:creationId xmlns:a16="http://schemas.microsoft.com/office/drawing/2014/main" id="{96B3F80A-6D69-4573-BF99-B433BF574AD7}"/>
                </a:ext>
              </a:extLst>
            </p:cNvPr>
            <p:cNvSpPr>
              <a:spLocks noChangeShapeType="1"/>
            </p:cNvSpPr>
            <p:nvPr/>
          </p:nvSpPr>
          <p:spPr bwMode="auto">
            <a:xfrm flipV="1">
              <a:off x="3505200" y="2895600"/>
              <a:ext cx="0" cy="685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81" name="Line 13">
              <a:extLst>
                <a:ext uri="{FF2B5EF4-FFF2-40B4-BE49-F238E27FC236}">
                  <a16:creationId xmlns:a16="http://schemas.microsoft.com/office/drawing/2014/main" id="{C7FC868F-76F9-4543-899C-54AD2393BFD5}"/>
                </a:ext>
              </a:extLst>
            </p:cNvPr>
            <p:cNvSpPr>
              <a:spLocks noChangeShapeType="1"/>
            </p:cNvSpPr>
            <p:nvPr/>
          </p:nvSpPr>
          <p:spPr bwMode="auto">
            <a:xfrm>
              <a:off x="3505200" y="2895600"/>
              <a:ext cx="1981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82" name="Line 14">
              <a:extLst>
                <a:ext uri="{FF2B5EF4-FFF2-40B4-BE49-F238E27FC236}">
                  <a16:creationId xmlns:a16="http://schemas.microsoft.com/office/drawing/2014/main" id="{C55AD041-BAD5-473F-9236-A8706659B2F9}"/>
                </a:ext>
              </a:extLst>
            </p:cNvPr>
            <p:cNvSpPr>
              <a:spLocks noChangeShapeType="1"/>
            </p:cNvSpPr>
            <p:nvPr/>
          </p:nvSpPr>
          <p:spPr bwMode="auto">
            <a:xfrm>
              <a:off x="5486400" y="2895600"/>
              <a:ext cx="0" cy="1066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83" name="Rectangle 15">
              <a:extLst>
                <a:ext uri="{FF2B5EF4-FFF2-40B4-BE49-F238E27FC236}">
                  <a16:creationId xmlns:a16="http://schemas.microsoft.com/office/drawing/2014/main" id="{0DCC1DE8-0EAA-481B-A974-AAA7834DDEE1}"/>
                </a:ext>
              </a:extLst>
            </p:cNvPr>
            <p:cNvSpPr>
              <a:spLocks noChangeArrowheads="1"/>
            </p:cNvSpPr>
            <p:nvPr/>
          </p:nvSpPr>
          <p:spPr bwMode="auto">
            <a:xfrm>
              <a:off x="2667000" y="2540000"/>
              <a:ext cx="977797" cy="210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nSpc>
                  <a:spcPct val="102000"/>
                </a:lnSpc>
                <a:spcBef>
                  <a:spcPct val="0"/>
                </a:spcBef>
                <a:spcAft>
                  <a:spcPct val="0"/>
                </a:spcAft>
                <a:buFontTx/>
                <a:buNone/>
              </a:pPr>
              <a:r>
                <a:rPr lang="en-US" altLang="en-US" sz="1800" i="0">
                  <a:solidFill>
                    <a:schemeClr val="tx1"/>
                  </a:solidFill>
                </a:rPr>
                <a:t>Application</a:t>
              </a:r>
            </a:p>
          </p:txBody>
        </p:sp>
        <p:sp>
          <p:nvSpPr>
            <p:cNvPr id="32784" name="Line 16">
              <a:extLst>
                <a:ext uri="{FF2B5EF4-FFF2-40B4-BE49-F238E27FC236}">
                  <a16:creationId xmlns:a16="http://schemas.microsoft.com/office/drawing/2014/main" id="{ED559C15-2DDA-4B72-B875-FFABD0D63536}"/>
                </a:ext>
              </a:extLst>
            </p:cNvPr>
            <p:cNvSpPr>
              <a:spLocks noChangeShapeType="1"/>
            </p:cNvSpPr>
            <p:nvPr/>
          </p:nvSpPr>
          <p:spPr bwMode="auto">
            <a:xfrm flipV="1">
              <a:off x="2438400" y="2438400"/>
              <a:ext cx="0" cy="149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85" name="Line 17">
              <a:extLst>
                <a:ext uri="{FF2B5EF4-FFF2-40B4-BE49-F238E27FC236}">
                  <a16:creationId xmlns:a16="http://schemas.microsoft.com/office/drawing/2014/main" id="{070B514A-5072-49E3-9D2D-2E2E2E09976D}"/>
                </a:ext>
              </a:extLst>
            </p:cNvPr>
            <p:cNvSpPr>
              <a:spLocks noChangeShapeType="1"/>
            </p:cNvSpPr>
            <p:nvPr/>
          </p:nvSpPr>
          <p:spPr bwMode="auto">
            <a:xfrm>
              <a:off x="5257800" y="2438400"/>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86" name="Rectangle 18">
              <a:extLst>
                <a:ext uri="{FF2B5EF4-FFF2-40B4-BE49-F238E27FC236}">
                  <a16:creationId xmlns:a16="http://schemas.microsoft.com/office/drawing/2014/main" id="{AFCDEBEA-691D-47CC-956C-3468C25020E9}"/>
                </a:ext>
              </a:extLst>
            </p:cNvPr>
            <p:cNvSpPr>
              <a:spLocks noChangeArrowheads="1"/>
            </p:cNvSpPr>
            <p:nvPr/>
          </p:nvSpPr>
          <p:spPr bwMode="auto">
            <a:xfrm>
              <a:off x="3424711" y="5003098"/>
              <a:ext cx="1176977" cy="210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a:lnSpc>
                  <a:spcPct val="102000"/>
                </a:lnSpc>
                <a:spcBef>
                  <a:spcPct val="0"/>
                </a:spcBef>
                <a:spcAft>
                  <a:spcPct val="0"/>
                </a:spcAft>
                <a:buFontTx/>
                <a:buNone/>
              </a:pPr>
              <a:r>
                <a:rPr lang="en-US" altLang="en-US" sz="1800" i="0">
                  <a:solidFill>
                    <a:schemeClr val="tx1"/>
                  </a:solidFill>
                </a:rPr>
                <a:t>Digital Design</a:t>
              </a:r>
            </a:p>
          </p:txBody>
        </p:sp>
        <p:sp>
          <p:nvSpPr>
            <p:cNvPr id="32787" name="Rectangle 19">
              <a:extLst>
                <a:ext uri="{FF2B5EF4-FFF2-40B4-BE49-F238E27FC236}">
                  <a16:creationId xmlns:a16="http://schemas.microsoft.com/office/drawing/2014/main" id="{15874457-066F-48A1-8358-74032BAC8737}"/>
                </a:ext>
              </a:extLst>
            </p:cNvPr>
            <p:cNvSpPr>
              <a:spLocks noChangeArrowheads="1"/>
            </p:cNvSpPr>
            <p:nvPr/>
          </p:nvSpPr>
          <p:spPr bwMode="auto">
            <a:xfrm>
              <a:off x="2724150" y="4950314"/>
              <a:ext cx="2654300" cy="3429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ahoma" panose="020B0604030504040204" pitchFamily="34" charset="0"/>
              </a:endParaRPr>
            </a:p>
          </p:txBody>
        </p:sp>
        <p:sp>
          <p:nvSpPr>
            <p:cNvPr id="32788" name="Rectangle 20">
              <a:extLst>
                <a:ext uri="{FF2B5EF4-FFF2-40B4-BE49-F238E27FC236}">
                  <a16:creationId xmlns:a16="http://schemas.microsoft.com/office/drawing/2014/main" id="{AB2EC1F0-3FDA-4D54-81C0-73B3D245D9A7}"/>
                </a:ext>
              </a:extLst>
            </p:cNvPr>
            <p:cNvSpPr>
              <a:spLocks noChangeArrowheads="1"/>
            </p:cNvSpPr>
            <p:nvPr/>
          </p:nvSpPr>
          <p:spPr bwMode="auto">
            <a:xfrm>
              <a:off x="3408948" y="5310889"/>
              <a:ext cx="1195085" cy="210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a:lnSpc>
                  <a:spcPct val="102000"/>
                </a:lnSpc>
                <a:spcBef>
                  <a:spcPct val="0"/>
                </a:spcBef>
                <a:spcAft>
                  <a:spcPct val="0"/>
                </a:spcAft>
                <a:buFontTx/>
                <a:buNone/>
              </a:pPr>
              <a:r>
                <a:rPr lang="en-US" altLang="en-US" sz="1800" i="0">
                  <a:solidFill>
                    <a:schemeClr val="tx1"/>
                  </a:solidFill>
                </a:rPr>
                <a:t>Circuit Design</a:t>
              </a:r>
            </a:p>
          </p:txBody>
        </p:sp>
        <p:sp>
          <p:nvSpPr>
            <p:cNvPr id="32789" name="Rectangle 21">
              <a:extLst>
                <a:ext uri="{FF2B5EF4-FFF2-40B4-BE49-F238E27FC236}">
                  <a16:creationId xmlns:a16="http://schemas.microsoft.com/office/drawing/2014/main" id="{A5016D5D-9624-44DF-BC67-9982F3ADB915}"/>
                </a:ext>
              </a:extLst>
            </p:cNvPr>
            <p:cNvSpPr>
              <a:spLocks noChangeArrowheads="1"/>
            </p:cNvSpPr>
            <p:nvPr/>
          </p:nvSpPr>
          <p:spPr bwMode="auto">
            <a:xfrm>
              <a:off x="2920640" y="5292330"/>
              <a:ext cx="2247900" cy="2159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spcAft>
                  <a:spcPct val="0"/>
                </a:spcAft>
                <a:buFontTx/>
                <a:buNone/>
              </a:pPr>
              <a:endParaRPr lang="en-US" altLang="en-US" sz="2400" b="0" i="0">
                <a:solidFill>
                  <a:schemeClr val="tx1"/>
                </a:solidFill>
                <a:latin typeface="Tahoma" panose="020B0604030504040204" pitchFamily="34" charset="0"/>
              </a:endParaRPr>
            </a:p>
          </p:txBody>
        </p:sp>
        <p:sp>
          <p:nvSpPr>
            <p:cNvPr id="32790" name="Rectangle 22">
              <a:extLst>
                <a:ext uri="{FF2B5EF4-FFF2-40B4-BE49-F238E27FC236}">
                  <a16:creationId xmlns:a16="http://schemas.microsoft.com/office/drawing/2014/main" id="{AA8D6F3E-46B7-4148-9BAD-404BE292EDE7}"/>
                </a:ext>
              </a:extLst>
            </p:cNvPr>
            <p:cNvSpPr>
              <a:spLocks noChangeArrowheads="1"/>
            </p:cNvSpPr>
            <p:nvPr/>
          </p:nvSpPr>
          <p:spPr bwMode="auto">
            <a:xfrm>
              <a:off x="2209800" y="3962400"/>
              <a:ext cx="3924300" cy="139700"/>
            </a:xfrm>
            <a:prstGeom prst="rect">
              <a:avLst/>
            </a:prstGeom>
            <a:blipFill dpi="0" rotWithShape="0">
              <a:blip r:embed="rId2"/>
              <a:srcRect/>
              <a:tile tx="0" ty="0" sx="100000" sy="100000" flip="none" algn="tl"/>
            </a:bli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ahoma" panose="020B0604030504040204" pitchFamily="34" charset="0"/>
              </a:endParaRPr>
            </a:p>
          </p:txBody>
        </p:sp>
        <p:sp>
          <p:nvSpPr>
            <p:cNvPr id="32791" name="Rectangle 23">
              <a:extLst>
                <a:ext uri="{FF2B5EF4-FFF2-40B4-BE49-F238E27FC236}">
                  <a16:creationId xmlns:a16="http://schemas.microsoft.com/office/drawing/2014/main" id="{B32AB057-6305-44E1-A6A5-01CD5F0C056A}"/>
                </a:ext>
              </a:extLst>
            </p:cNvPr>
            <p:cNvSpPr>
              <a:spLocks noChangeArrowheads="1"/>
            </p:cNvSpPr>
            <p:nvPr/>
          </p:nvSpPr>
          <p:spPr bwMode="auto">
            <a:xfrm>
              <a:off x="6190651" y="3841750"/>
              <a:ext cx="1231299" cy="32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nSpc>
                  <a:spcPct val="85000"/>
                </a:lnSpc>
                <a:spcBef>
                  <a:spcPct val="0"/>
                </a:spcBef>
                <a:spcAft>
                  <a:spcPct val="0"/>
                </a:spcAft>
                <a:buFontTx/>
                <a:buNone/>
              </a:pPr>
              <a:r>
                <a:rPr lang="en-US" altLang="en-US" sz="1800" i="0">
                  <a:solidFill>
                    <a:schemeClr val="tx1"/>
                  </a:solidFill>
                </a:rPr>
                <a:t>Instruction Set</a:t>
              </a:r>
            </a:p>
            <a:p>
              <a:pPr>
                <a:lnSpc>
                  <a:spcPct val="85000"/>
                </a:lnSpc>
                <a:spcBef>
                  <a:spcPct val="0"/>
                </a:spcBef>
                <a:spcAft>
                  <a:spcPct val="0"/>
                </a:spcAft>
                <a:buFontTx/>
                <a:buNone/>
              </a:pPr>
              <a:r>
                <a:rPr lang="en-US" altLang="en-US" sz="1800" i="0">
                  <a:solidFill>
                    <a:schemeClr val="tx1"/>
                  </a:solidFill>
                </a:rPr>
                <a:t> Architecture</a:t>
              </a:r>
            </a:p>
          </p:txBody>
        </p:sp>
        <p:sp>
          <p:nvSpPr>
            <p:cNvPr id="32792" name="Rectangle 24">
              <a:extLst>
                <a:ext uri="{FF2B5EF4-FFF2-40B4-BE49-F238E27FC236}">
                  <a16:creationId xmlns:a16="http://schemas.microsoft.com/office/drawing/2014/main" id="{E74821AD-21EA-496C-BEEB-49756527FC54}"/>
                </a:ext>
              </a:extLst>
            </p:cNvPr>
            <p:cNvSpPr>
              <a:spLocks noChangeArrowheads="1"/>
            </p:cNvSpPr>
            <p:nvPr/>
          </p:nvSpPr>
          <p:spPr bwMode="auto">
            <a:xfrm>
              <a:off x="4407515" y="3644900"/>
              <a:ext cx="814830" cy="210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a:lnSpc>
                  <a:spcPct val="102000"/>
                </a:lnSpc>
                <a:spcBef>
                  <a:spcPct val="0"/>
                </a:spcBef>
                <a:spcAft>
                  <a:spcPct val="0"/>
                </a:spcAft>
                <a:buFontTx/>
                <a:buNone/>
              </a:pPr>
              <a:r>
                <a:rPr lang="en-US" altLang="en-US" sz="1800" i="0">
                  <a:solidFill>
                    <a:schemeClr val="tx1"/>
                  </a:solidFill>
                </a:rPr>
                <a:t>Firmware</a:t>
              </a:r>
            </a:p>
          </p:txBody>
        </p:sp>
        <p:sp>
          <p:nvSpPr>
            <p:cNvPr id="32793" name="Rectangle 25">
              <a:extLst>
                <a:ext uri="{FF2B5EF4-FFF2-40B4-BE49-F238E27FC236}">
                  <a16:creationId xmlns:a16="http://schemas.microsoft.com/office/drawing/2014/main" id="{DBC06F85-4BEB-4A0B-AFCB-CB65B64F0526}"/>
                </a:ext>
              </a:extLst>
            </p:cNvPr>
            <p:cNvSpPr>
              <a:spLocks noChangeArrowheads="1"/>
            </p:cNvSpPr>
            <p:nvPr/>
          </p:nvSpPr>
          <p:spPr bwMode="auto">
            <a:xfrm>
              <a:off x="4248150" y="3587750"/>
              <a:ext cx="1130300" cy="330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ahoma" panose="020B0604030504040204" pitchFamily="34" charset="0"/>
              </a:endParaRPr>
            </a:p>
          </p:txBody>
        </p:sp>
        <p:sp>
          <p:nvSpPr>
            <p:cNvPr id="32794" name="Line 27">
              <a:extLst>
                <a:ext uri="{FF2B5EF4-FFF2-40B4-BE49-F238E27FC236}">
                  <a16:creationId xmlns:a16="http://schemas.microsoft.com/office/drawing/2014/main" id="{FAD4B20F-22F2-4C4E-814F-82C4659F492B}"/>
                </a:ext>
              </a:extLst>
            </p:cNvPr>
            <p:cNvSpPr>
              <a:spLocks noChangeShapeType="1"/>
            </p:cNvSpPr>
            <p:nvPr/>
          </p:nvSpPr>
          <p:spPr bwMode="auto">
            <a:xfrm>
              <a:off x="2438400" y="2438400"/>
              <a:ext cx="2819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795" name="Rectangle 28">
              <a:extLst>
                <a:ext uri="{FF2B5EF4-FFF2-40B4-BE49-F238E27FC236}">
                  <a16:creationId xmlns:a16="http://schemas.microsoft.com/office/drawing/2014/main" id="{27AE6B4F-B1C6-4D4A-9E65-02861DCA18F6}"/>
                </a:ext>
              </a:extLst>
            </p:cNvPr>
            <p:cNvSpPr>
              <a:spLocks noChangeArrowheads="1"/>
            </p:cNvSpPr>
            <p:nvPr/>
          </p:nvSpPr>
          <p:spPr bwMode="auto">
            <a:xfrm>
              <a:off x="3229716" y="4608354"/>
              <a:ext cx="1659043" cy="231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a:spcBef>
                  <a:spcPct val="0"/>
                </a:spcBef>
                <a:spcAft>
                  <a:spcPct val="0"/>
                </a:spcAft>
                <a:buFontTx/>
                <a:buNone/>
              </a:pPr>
              <a:r>
                <a:rPr lang="en-US" altLang="en-US" sz="1800" i="0">
                  <a:solidFill>
                    <a:schemeClr val="tx1"/>
                  </a:solidFill>
                </a:rPr>
                <a:t>Datapath &amp; Control </a:t>
              </a:r>
            </a:p>
          </p:txBody>
        </p:sp>
        <p:sp>
          <p:nvSpPr>
            <p:cNvPr id="32796" name="Rectangle 29">
              <a:extLst>
                <a:ext uri="{FF2B5EF4-FFF2-40B4-BE49-F238E27FC236}">
                  <a16:creationId xmlns:a16="http://schemas.microsoft.com/office/drawing/2014/main" id="{D2A858C2-FED4-4913-B765-4EBD6F46DF4F}"/>
                </a:ext>
              </a:extLst>
            </p:cNvPr>
            <p:cNvSpPr>
              <a:spLocks noChangeArrowheads="1"/>
            </p:cNvSpPr>
            <p:nvPr/>
          </p:nvSpPr>
          <p:spPr bwMode="auto">
            <a:xfrm>
              <a:off x="2597150" y="4502150"/>
              <a:ext cx="2882900" cy="4445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ahoma" panose="020B0604030504040204" pitchFamily="34" charset="0"/>
              </a:endParaRPr>
            </a:p>
          </p:txBody>
        </p:sp>
        <p:sp>
          <p:nvSpPr>
            <p:cNvPr id="32797" name="Rectangle 30">
              <a:extLst>
                <a:ext uri="{FF2B5EF4-FFF2-40B4-BE49-F238E27FC236}">
                  <a16:creationId xmlns:a16="http://schemas.microsoft.com/office/drawing/2014/main" id="{FF53A8F6-3349-498B-A028-06765279A815}"/>
                </a:ext>
              </a:extLst>
            </p:cNvPr>
            <p:cNvSpPr>
              <a:spLocks noChangeArrowheads="1"/>
            </p:cNvSpPr>
            <p:nvPr/>
          </p:nvSpPr>
          <p:spPr bwMode="auto">
            <a:xfrm>
              <a:off x="3730655" y="5504412"/>
              <a:ext cx="603202" cy="211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spcBef>
                  <a:spcPct val="0"/>
                </a:spcBef>
                <a:spcAft>
                  <a:spcPct val="0"/>
                </a:spcAft>
                <a:buFontTx/>
                <a:buNone/>
              </a:pPr>
              <a:r>
                <a:rPr lang="en-US" altLang="en-US" sz="1600" i="0">
                  <a:solidFill>
                    <a:schemeClr val="tx1"/>
                  </a:solidFill>
                </a:rPr>
                <a:t>Layout</a:t>
              </a:r>
            </a:p>
          </p:txBody>
        </p:sp>
        <p:sp>
          <p:nvSpPr>
            <p:cNvPr id="32798" name="Rectangle 31">
              <a:extLst>
                <a:ext uri="{FF2B5EF4-FFF2-40B4-BE49-F238E27FC236}">
                  <a16:creationId xmlns:a16="http://schemas.microsoft.com/office/drawing/2014/main" id="{25CD3DF2-52D9-453D-B815-F02B5EE7563B}"/>
                </a:ext>
              </a:extLst>
            </p:cNvPr>
            <p:cNvSpPr>
              <a:spLocks noChangeArrowheads="1"/>
            </p:cNvSpPr>
            <p:nvPr/>
          </p:nvSpPr>
          <p:spPr bwMode="auto">
            <a:xfrm>
              <a:off x="3016250" y="5510762"/>
              <a:ext cx="2044700" cy="2159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ahoma" panose="020B0604030504040204" pitchFamily="34" charset="0"/>
              </a:endParaRPr>
            </a:p>
          </p:txBody>
        </p:sp>
        <p:sp>
          <p:nvSpPr>
            <p:cNvPr id="32799" name="Rectangle 8">
              <a:extLst>
                <a:ext uri="{FF2B5EF4-FFF2-40B4-BE49-F238E27FC236}">
                  <a16:creationId xmlns:a16="http://schemas.microsoft.com/office/drawing/2014/main" id="{99CA7F45-11C4-48F0-AFE3-03347761D780}"/>
                </a:ext>
              </a:extLst>
            </p:cNvPr>
            <p:cNvSpPr>
              <a:spLocks noChangeArrowheads="1"/>
            </p:cNvSpPr>
            <p:nvPr/>
          </p:nvSpPr>
          <p:spPr bwMode="auto">
            <a:xfrm>
              <a:off x="2877756" y="3119804"/>
              <a:ext cx="407415" cy="210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a:lnSpc>
                  <a:spcPct val="102000"/>
                </a:lnSpc>
                <a:spcBef>
                  <a:spcPct val="0"/>
                </a:spcBef>
                <a:spcAft>
                  <a:spcPct val="0"/>
                </a:spcAft>
                <a:buFontTx/>
                <a:buNone/>
              </a:pPr>
              <a:r>
                <a:rPr lang="en-US" altLang="en-US" sz="1800" i="0">
                  <a:solidFill>
                    <a:schemeClr val="tx1"/>
                  </a:solidFill>
                </a:rPr>
                <a:t>HLL</a:t>
              </a:r>
            </a:p>
          </p:txBody>
        </p:sp>
        <p:sp>
          <p:nvSpPr>
            <p:cNvPr id="32800" name="Rectangle 9">
              <a:extLst>
                <a:ext uri="{FF2B5EF4-FFF2-40B4-BE49-F238E27FC236}">
                  <a16:creationId xmlns:a16="http://schemas.microsoft.com/office/drawing/2014/main" id="{605F1541-EA54-430B-9FED-2B76F345BCD4}"/>
                </a:ext>
              </a:extLst>
            </p:cNvPr>
            <p:cNvSpPr>
              <a:spLocks noChangeArrowheads="1"/>
            </p:cNvSpPr>
            <p:nvPr/>
          </p:nvSpPr>
          <p:spPr bwMode="auto">
            <a:xfrm>
              <a:off x="2478214" y="3062655"/>
              <a:ext cx="1130300" cy="330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742950" indent="-28575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eaLnBrk="1" hangingPunct="1">
                <a:spcBef>
                  <a:spcPct val="0"/>
                </a:spcBef>
                <a:spcAft>
                  <a:spcPct val="0"/>
                </a:spcAft>
                <a:buFontTx/>
                <a:buNone/>
              </a:pPr>
              <a:endParaRPr lang="en-US" altLang="en-US" sz="2400" b="0" i="0">
                <a:solidFill>
                  <a:schemeClr val="tx1"/>
                </a:solidFill>
                <a:latin typeface="Tahoma" panose="020B0604030504040204" pitchFamily="34" charset="0"/>
              </a:endParaRPr>
            </a:p>
          </p:txBody>
        </p:sp>
      </p:grpSp>
    </p:spTree>
    <p:extLst>
      <p:ext uri="{BB962C8B-B14F-4D97-AF65-F5344CB8AC3E}">
        <p14:creationId xmlns:p14="http://schemas.microsoft.com/office/powerpoint/2010/main" val="4002752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BB4C7733-4B34-49E4-BC40-E776CA0FB42D}"/>
              </a:ext>
            </a:extLst>
          </p:cNvPr>
          <p:cNvSpPr txBox="1">
            <a:spLocks noChangeArrowheads="1"/>
          </p:cNvSpPr>
          <p:nvPr/>
        </p:nvSpPr>
        <p:spPr bwMode="auto">
          <a:xfrm>
            <a:off x="1524000" y="435272"/>
            <a:ext cx="91440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457200">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37931725" indent="-37474525" defTabSz="45720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defTabSz="4572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spcAft>
                <a:spcPct val="0"/>
              </a:spcAft>
              <a:buFontTx/>
              <a:buNone/>
            </a:pPr>
            <a:r>
              <a:rPr lang="en-US" altLang="en-US" sz="4000" i="0" dirty="0">
                <a:solidFill>
                  <a:srgbClr val="FF0000"/>
                </a:solidFill>
              </a:rPr>
              <a:t>Computer Architecture</a:t>
            </a:r>
          </a:p>
        </p:txBody>
      </p:sp>
      <p:sp>
        <p:nvSpPr>
          <p:cNvPr id="4" name="Rectangle 2">
            <a:extLst>
              <a:ext uri="{FF2B5EF4-FFF2-40B4-BE49-F238E27FC236}">
                <a16:creationId xmlns:a16="http://schemas.microsoft.com/office/drawing/2014/main" id="{39C5D44A-51A4-41A2-7290-B7B6AA507F97}"/>
              </a:ext>
            </a:extLst>
          </p:cNvPr>
          <p:cNvSpPr>
            <a:spLocks noGrp="1" noChangeArrowheads="1"/>
          </p:cNvSpPr>
          <p:nvPr>
            <p:ph idx="1"/>
          </p:nvPr>
        </p:nvSpPr>
        <p:spPr bwMode="auto">
          <a:xfrm>
            <a:off x="1981200" y="1771708"/>
            <a:ext cx="8833718" cy="4586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Söhne"/>
              </a:rPr>
              <a:t>Computer architecture refers to the design and organization of the various components that make up a computer system. It encompasses both the hardware and software aspects of a computer and defines how they interact to perform computational tasks. Computer architecture involves making decisions about the organization and functionality of a computer's central processing unit (CPU), memory hierarchy, input/output subsystems, and other critical components.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Söhne"/>
              </a:rPr>
              <a:t>Key aspects of computer architecture include:</a:t>
            </a:r>
          </a:p>
          <a:p>
            <a:pPr marR="0" lvl="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rgbClr val="000000"/>
                </a:solidFill>
                <a:effectLst/>
                <a:latin typeface="Söhne"/>
              </a:rPr>
              <a:t>Instruction Set Architecture (ISA):</a:t>
            </a:r>
            <a:r>
              <a:rPr kumimoji="0" lang="en-US" altLang="en-US" sz="1600" b="0" i="0" u="none" strike="noStrike" cap="none" normalizeH="0" baseline="0" dirty="0">
                <a:ln>
                  <a:noFill/>
                </a:ln>
                <a:solidFill>
                  <a:srgbClr val="000000"/>
                </a:solidFill>
                <a:effectLst/>
                <a:latin typeface="Söhne"/>
              </a:rPr>
              <a:t> This defines the set of instructions that a CPU can execute and the format of these instructions. The ISA serves as the interface between software and hardware, allowing software programs to communicate with and control the hardware.</a:t>
            </a:r>
          </a:p>
          <a:p>
            <a:pPr marR="0" lvl="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rgbClr val="000000"/>
                </a:solidFill>
                <a:effectLst/>
                <a:latin typeface="Söhne"/>
              </a:rPr>
              <a:t>Memory Hierarchy:</a:t>
            </a:r>
            <a:r>
              <a:rPr kumimoji="0" lang="en-US" altLang="en-US" sz="1600" b="0" i="0" u="none" strike="noStrike" cap="none" normalizeH="0" baseline="0" dirty="0">
                <a:ln>
                  <a:noFill/>
                </a:ln>
                <a:solidFill>
                  <a:srgbClr val="000000"/>
                </a:solidFill>
                <a:effectLst/>
                <a:latin typeface="Söhne"/>
              </a:rPr>
              <a:t> Computer architects design memory systems that include various levels of storage, such as registers, caches, main memory, and secondary storage (e.g., hard drives or solid-state drives). The memory hierarchy is critical for managing data storage and access efficiently.</a:t>
            </a:r>
          </a:p>
          <a:p>
            <a:pPr marR="0" lvl="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rgbClr val="000000"/>
                </a:solidFill>
                <a:effectLst/>
                <a:latin typeface="Söhne"/>
              </a:rPr>
              <a:t>Central Processing Unit (CPU):</a:t>
            </a:r>
            <a:r>
              <a:rPr kumimoji="0" lang="en-US" altLang="en-US" sz="1600" b="0" i="0" u="none" strike="noStrike" cap="none" normalizeH="0" baseline="0" dirty="0">
                <a:ln>
                  <a:noFill/>
                </a:ln>
                <a:solidFill>
                  <a:srgbClr val="000000"/>
                </a:solidFill>
                <a:effectLst/>
                <a:latin typeface="Söhne"/>
              </a:rPr>
              <a:t> The CPU is the heart of the computer, responsible for executing instructions from programs. Computer architects design CPUs to maximize performance, considering factors like instruction execution pipelines, clock speeds, and microarchitecture.</a:t>
            </a:r>
          </a:p>
          <a:p>
            <a:pPr marL="0" marR="0" lvl="0" indent="0" algn="just"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dirty="0">
                <a:ln>
                  <a:noFill/>
                </a:ln>
                <a:solidFill>
                  <a:srgbClr val="000000"/>
                </a:solidFill>
                <a:effectLst/>
                <a:latin typeface="Söhne"/>
              </a:rPr>
            </a:b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61107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BB4C7733-4B34-49E4-BC40-E776CA0FB42D}"/>
              </a:ext>
            </a:extLst>
          </p:cNvPr>
          <p:cNvSpPr txBox="1">
            <a:spLocks noChangeArrowheads="1"/>
          </p:cNvSpPr>
          <p:nvPr/>
        </p:nvSpPr>
        <p:spPr bwMode="auto">
          <a:xfrm>
            <a:off x="1524000" y="435272"/>
            <a:ext cx="91440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457200">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37931725" indent="-37474525" defTabSz="45720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defTabSz="4572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spcAft>
                <a:spcPct val="0"/>
              </a:spcAft>
              <a:buFontTx/>
              <a:buNone/>
            </a:pPr>
            <a:r>
              <a:rPr lang="en-US" altLang="en-US" sz="4000" i="0" dirty="0">
                <a:solidFill>
                  <a:srgbClr val="FF0000"/>
                </a:solidFill>
              </a:rPr>
              <a:t>Computer Architecture</a:t>
            </a:r>
          </a:p>
        </p:txBody>
      </p:sp>
      <p:sp>
        <p:nvSpPr>
          <p:cNvPr id="4" name="Rectangle 2">
            <a:extLst>
              <a:ext uri="{FF2B5EF4-FFF2-40B4-BE49-F238E27FC236}">
                <a16:creationId xmlns:a16="http://schemas.microsoft.com/office/drawing/2014/main" id="{39C5D44A-51A4-41A2-7290-B7B6AA507F97}"/>
              </a:ext>
            </a:extLst>
          </p:cNvPr>
          <p:cNvSpPr>
            <a:spLocks noGrp="1" noChangeArrowheads="1"/>
          </p:cNvSpPr>
          <p:nvPr>
            <p:ph idx="1"/>
          </p:nvPr>
        </p:nvSpPr>
        <p:spPr bwMode="auto">
          <a:xfrm>
            <a:off x="1981200" y="1279266"/>
            <a:ext cx="8833718" cy="557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lnSpc>
                <a:spcPct val="100000"/>
              </a:lnSpc>
              <a:buSzTx/>
              <a:buFont typeface="Arial" panose="020B0604020202020204" pitchFamily="34" charset="0"/>
              <a:buChar char="•"/>
            </a:pPr>
            <a:r>
              <a:rPr kumimoji="0" lang="en-US" altLang="en-US" sz="1600" b="1" i="0" u="none" strike="noStrike" cap="none" normalizeH="0" baseline="0" dirty="0">
                <a:ln>
                  <a:noFill/>
                </a:ln>
                <a:solidFill>
                  <a:srgbClr val="000000"/>
                </a:solidFill>
                <a:effectLst/>
                <a:latin typeface="Söhne"/>
              </a:rPr>
              <a:t>Input/Output Systems:</a:t>
            </a:r>
            <a:r>
              <a:rPr kumimoji="0" lang="en-US" altLang="en-US" sz="1600" b="0" i="0" u="none" strike="noStrike" cap="none" normalizeH="0" baseline="0" dirty="0">
                <a:ln>
                  <a:noFill/>
                </a:ln>
                <a:solidFill>
                  <a:srgbClr val="000000"/>
                </a:solidFill>
                <a:effectLst/>
                <a:latin typeface="Söhne"/>
              </a:rPr>
              <a:t> Computer architecture also includes the design of input and output systems, which allow data to be transferred between the computer and external devices (e.g., keyboards, displays, storage devices).</a:t>
            </a:r>
          </a:p>
          <a:p>
            <a:pPr algn="just">
              <a:lnSpc>
                <a:spcPct val="100000"/>
              </a:lnSpc>
              <a:buSzTx/>
              <a:buFont typeface="Arial" panose="020B0604020202020204" pitchFamily="34" charset="0"/>
              <a:buChar char="•"/>
            </a:pPr>
            <a:r>
              <a:rPr kumimoji="0" lang="en-US" altLang="en-US" sz="1600" b="1" i="0" u="none" strike="noStrike" cap="none" normalizeH="0" baseline="0" dirty="0">
                <a:ln>
                  <a:noFill/>
                </a:ln>
                <a:solidFill>
                  <a:srgbClr val="000000"/>
                </a:solidFill>
                <a:effectLst/>
                <a:latin typeface="Söhne"/>
              </a:rPr>
              <a:t>Interconnection and Bus Systems:</a:t>
            </a:r>
            <a:r>
              <a:rPr kumimoji="0" lang="en-US" altLang="en-US" sz="1600" b="0" i="0" u="none" strike="noStrike" cap="none" normalizeH="0" baseline="0" dirty="0">
                <a:ln>
                  <a:noFill/>
                </a:ln>
                <a:solidFill>
                  <a:srgbClr val="000000"/>
                </a:solidFill>
                <a:effectLst/>
                <a:latin typeface="Söhne"/>
              </a:rPr>
              <a:t> Architects design the communication pathways (buses) that connect various components within the computer, ensuring data and control signals can flow between them efficiently.</a:t>
            </a:r>
          </a:p>
          <a:p>
            <a:pPr algn="just">
              <a:lnSpc>
                <a:spcPct val="100000"/>
              </a:lnSpc>
              <a:buSzTx/>
              <a:buFont typeface="Arial" panose="020B0604020202020204" pitchFamily="34" charset="0"/>
              <a:buChar char="•"/>
            </a:pPr>
            <a:r>
              <a:rPr kumimoji="0" lang="en-US" altLang="en-US" sz="1600" b="1" i="0" u="none" strike="noStrike" cap="none" normalizeH="0" baseline="0" dirty="0">
                <a:ln>
                  <a:noFill/>
                </a:ln>
                <a:solidFill>
                  <a:srgbClr val="000000"/>
                </a:solidFill>
                <a:effectLst/>
                <a:latin typeface="Söhne"/>
              </a:rPr>
              <a:t>Parallelism and Pipelining:</a:t>
            </a:r>
            <a:r>
              <a:rPr kumimoji="0" lang="en-US" altLang="en-US" sz="1600" b="0" i="0" u="none" strike="noStrike" cap="none" normalizeH="0" baseline="0" dirty="0">
                <a:ln>
                  <a:noFill/>
                </a:ln>
                <a:solidFill>
                  <a:srgbClr val="000000"/>
                </a:solidFill>
                <a:effectLst/>
                <a:latin typeface="Söhne"/>
              </a:rPr>
              <a:t> Modern computer architectures often incorporate parallelism and instruction pipelining techniques to enhance performance, allowing multiple instructions to be executed simultaneously or in overlapping stages.</a:t>
            </a:r>
          </a:p>
          <a:p>
            <a:pPr algn="just">
              <a:lnSpc>
                <a:spcPct val="100000"/>
              </a:lnSpc>
              <a:buSzTx/>
              <a:buFont typeface="Arial" panose="020B0604020202020204" pitchFamily="34" charset="0"/>
              <a:buChar char="•"/>
            </a:pPr>
            <a:r>
              <a:rPr kumimoji="0" lang="en-US" altLang="en-US" sz="1600" b="1" i="0" u="none" strike="noStrike" cap="none" normalizeH="0" baseline="0" dirty="0">
                <a:ln>
                  <a:noFill/>
                </a:ln>
                <a:solidFill>
                  <a:srgbClr val="000000"/>
                </a:solidFill>
                <a:effectLst/>
                <a:latin typeface="Söhne"/>
              </a:rPr>
              <a:t>Power Efficiency:</a:t>
            </a:r>
            <a:r>
              <a:rPr kumimoji="0" lang="en-US" altLang="en-US" sz="1600" b="0" i="0" u="none" strike="noStrike" cap="none" normalizeH="0" baseline="0" dirty="0">
                <a:ln>
                  <a:noFill/>
                </a:ln>
                <a:solidFill>
                  <a:srgbClr val="000000"/>
                </a:solidFill>
                <a:effectLst/>
                <a:latin typeface="Söhne"/>
              </a:rPr>
              <a:t> Energy efficiency is an increasingly important consideration in computer architecture, with architects striving to design systems that deliver high performance while minimizing power consumption.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Söhne"/>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Söhne"/>
              </a:rPr>
              <a:t>Computer architects work to balance various design constraints, including performance, power efficiency, cost, and compatibility with existing software and hardware standards. They play a crucial role in shaping the capabilities and characteristics of computer systems, from personal computers and servers to mobile devices and embedded systems. Understanding computer architecture is essential for both hardware and software developers, as it provides insights into how computers execute instructions and manage data, which is vital for optimizing software performance and designing efficient hardware.</a:t>
            </a:r>
          </a:p>
          <a:p>
            <a:pPr marL="0" marR="0" lvl="0" indent="0" algn="just"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dirty="0">
                <a:ln>
                  <a:noFill/>
                </a:ln>
                <a:solidFill>
                  <a:srgbClr val="000000"/>
                </a:solidFill>
                <a:effectLst/>
                <a:latin typeface="Söhne"/>
              </a:rPr>
            </a:b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588127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BB4C7733-4B34-49E4-BC40-E776CA0FB42D}"/>
              </a:ext>
            </a:extLst>
          </p:cNvPr>
          <p:cNvSpPr txBox="1">
            <a:spLocks noChangeArrowheads="1"/>
          </p:cNvSpPr>
          <p:nvPr/>
        </p:nvSpPr>
        <p:spPr bwMode="auto">
          <a:xfrm>
            <a:off x="1524000" y="127694"/>
            <a:ext cx="9144000"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457200">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37931725" indent="-37474525" defTabSz="45720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defTabSz="4572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spcAft>
                <a:spcPct val="0"/>
              </a:spcAft>
              <a:buFontTx/>
              <a:buNone/>
            </a:pPr>
            <a:r>
              <a:rPr lang="en-US" altLang="en-US" sz="4000" i="0" dirty="0">
                <a:solidFill>
                  <a:srgbClr val="FF0000"/>
                </a:solidFill>
              </a:rPr>
              <a:t>Key Concepts of Computer Architecture</a:t>
            </a:r>
          </a:p>
        </p:txBody>
      </p:sp>
      <p:sp>
        <p:nvSpPr>
          <p:cNvPr id="4" name="Rectangle 2">
            <a:extLst>
              <a:ext uri="{FF2B5EF4-FFF2-40B4-BE49-F238E27FC236}">
                <a16:creationId xmlns:a16="http://schemas.microsoft.com/office/drawing/2014/main" id="{39C5D44A-51A4-41A2-7290-B7B6AA507F97}"/>
              </a:ext>
            </a:extLst>
          </p:cNvPr>
          <p:cNvSpPr>
            <a:spLocks noGrp="1" noChangeArrowheads="1"/>
          </p:cNvSpPr>
          <p:nvPr>
            <p:ph idx="1"/>
          </p:nvPr>
        </p:nvSpPr>
        <p:spPr bwMode="auto">
          <a:xfrm>
            <a:off x="1981200" y="3587590"/>
            <a:ext cx="8833718" cy="954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rgbClr val="000000"/>
                </a:solidFill>
                <a:effectLst/>
                <a:latin typeface="Söhne"/>
              </a:rPr>
            </a:br>
            <a:endParaRPr kumimoji="0" lang="en-US" altLang="en-US" sz="1200" b="0" i="0" u="none" strike="noStrike" cap="none" normalizeH="0" baseline="0" dirty="0">
              <a:ln>
                <a:noFill/>
              </a:ln>
              <a:solidFill>
                <a:schemeClr val="tx1"/>
              </a:solidFill>
              <a:effectLst/>
            </a:endParaRPr>
          </a:p>
        </p:txBody>
      </p:sp>
      <p:sp>
        <p:nvSpPr>
          <p:cNvPr id="3" name="Rectangle 2">
            <a:extLst>
              <a:ext uri="{FF2B5EF4-FFF2-40B4-BE49-F238E27FC236}">
                <a16:creationId xmlns:a16="http://schemas.microsoft.com/office/drawing/2014/main" id="{DD363AEA-65A3-4B8C-33BA-6F2CBD555F71}"/>
              </a:ext>
            </a:extLst>
          </p:cNvPr>
          <p:cNvSpPr>
            <a:spLocks noChangeArrowheads="1"/>
          </p:cNvSpPr>
          <p:nvPr/>
        </p:nvSpPr>
        <p:spPr bwMode="auto">
          <a:xfrm>
            <a:off x="1470992" y="2448302"/>
            <a:ext cx="55181943" cy="585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br>
              <a:rPr kumimoji="0" lang="en-US" altLang="en-US" sz="600" b="0" i="0" u="none" strike="noStrike" cap="none" normalizeH="0" baseline="0" dirty="0">
                <a:ln>
                  <a:noFill/>
                </a:ln>
                <a:solidFill>
                  <a:srgbClr val="000000"/>
                </a:solidFill>
                <a:effectLst/>
                <a:latin typeface="Söhne"/>
              </a:rPr>
            </a:br>
            <a:endParaRPr kumimoji="0" lang="en-US" altLang="en-US" sz="6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0DD42F66-BFFF-BECD-DFDF-2E84436D6A96}"/>
              </a:ext>
            </a:extLst>
          </p:cNvPr>
          <p:cNvSpPr>
            <a:spLocks noChangeArrowheads="1"/>
          </p:cNvSpPr>
          <p:nvPr/>
        </p:nvSpPr>
        <p:spPr bwMode="auto">
          <a:xfrm>
            <a:off x="1093304" y="3495256"/>
            <a:ext cx="10349948" cy="113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Söhne"/>
            </a:endParaRPr>
          </a:p>
          <a:p>
            <a:pPr marL="0" marR="0" lvl="0" indent="0" algn="just"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rgbClr val="000000"/>
                </a:solidFill>
                <a:effectLst/>
                <a:latin typeface="Söhne"/>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EDF00614-5524-1933-5554-13C3CBBDAA19}"/>
              </a:ext>
            </a:extLst>
          </p:cNvPr>
          <p:cNvSpPr>
            <a:spLocks noChangeArrowheads="1"/>
          </p:cNvSpPr>
          <p:nvPr/>
        </p:nvSpPr>
        <p:spPr bwMode="auto">
          <a:xfrm>
            <a:off x="1470992" y="1451133"/>
            <a:ext cx="9795722" cy="557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Söhne"/>
              </a:rPr>
              <a:t>Computer architecture encompasses the design and organization of various components that make up a computer system. These components work together to execute instructions and process data. The key components of computer architecture include:</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1" i="0" u="none" strike="noStrike" cap="none" normalizeH="0" baseline="0" dirty="0">
                <a:ln>
                  <a:noFill/>
                </a:ln>
                <a:solidFill>
                  <a:srgbClr val="000000"/>
                </a:solidFill>
                <a:effectLst/>
                <a:latin typeface="Söhne"/>
              </a:rPr>
              <a:t> Central Processing Unit (CPU):</a:t>
            </a:r>
            <a:r>
              <a:rPr kumimoji="0" lang="en-US" altLang="en-US" sz="1600" b="0" i="0" u="none" strike="noStrike" cap="none" normalizeH="0" baseline="0" dirty="0">
                <a:ln>
                  <a:noFill/>
                </a:ln>
                <a:solidFill>
                  <a:srgbClr val="000000"/>
                </a:solidFill>
                <a:effectLst/>
                <a:latin typeface="Söhne"/>
              </a:rPr>
              <a:t> The CPU is the core processing unit of a computer. It performs arithmetic and logical operations and executes program instructions. The CPU consists of several sub-components, including:</a:t>
            </a:r>
          </a:p>
          <a:p>
            <a:pPr marL="800100" marR="0" lvl="1"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rgbClr val="000000"/>
                </a:solidFill>
                <a:effectLst/>
                <a:latin typeface="Söhne"/>
              </a:rPr>
              <a:t>Arithmetic Logic Unit (ALU):</a:t>
            </a:r>
            <a:r>
              <a:rPr kumimoji="0" lang="en-US" altLang="en-US" sz="1600" b="0" i="0" u="none" strike="noStrike" cap="none" normalizeH="0" baseline="0" dirty="0">
                <a:ln>
                  <a:noFill/>
                </a:ln>
                <a:solidFill>
                  <a:srgbClr val="000000"/>
                </a:solidFill>
                <a:effectLst/>
                <a:latin typeface="Söhne"/>
              </a:rPr>
              <a:t> Responsible for performing mathematical and logical operations.</a:t>
            </a:r>
          </a:p>
          <a:p>
            <a:pPr marL="800100" marR="0" lvl="1"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rgbClr val="000000"/>
                </a:solidFill>
                <a:effectLst/>
                <a:latin typeface="Söhne"/>
              </a:rPr>
              <a:t>Control Unit:</a:t>
            </a:r>
            <a:r>
              <a:rPr kumimoji="0" lang="en-US" altLang="en-US" sz="1600" b="0" i="0" u="none" strike="noStrike" cap="none" normalizeH="0" baseline="0" dirty="0">
                <a:ln>
                  <a:noFill/>
                </a:ln>
                <a:solidFill>
                  <a:srgbClr val="000000"/>
                </a:solidFill>
                <a:effectLst/>
                <a:latin typeface="Söhne"/>
              </a:rPr>
              <a:t> Manages the execution of instructions, fetches instructions from memory, and decodes them.</a:t>
            </a:r>
          </a:p>
          <a:p>
            <a:pPr marL="800100" marR="0" lvl="1"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rgbClr val="000000"/>
                </a:solidFill>
                <a:effectLst/>
                <a:latin typeface="Söhne"/>
              </a:rPr>
              <a:t>Registers:</a:t>
            </a:r>
            <a:r>
              <a:rPr kumimoji="0" lang="en-US" altLang="en-US" sz="1600" b="0" i="0" u="none" strike="noStrike" cap="none" normalizeH="0" baseline="0" dirty="0">
                <a:ln>
                  <a:noFill/>
                </a:ln>
                <a:solidFill>
                  <a:srgbClr val="000000"/>
                </a:solidFill>
                <a:effectLst/>
                <a:latin typeface="Söhne"/>
              </a:rPr>
              <a:t> High-speed, small-capacity memory locations within the CPU for temporary data storage and manipulation.</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1" i="0" u="none" strike="noStrike" cap="none" normalizeH="0" baseline="0" dirty="0">
                <a:ln>
                  <a:noFill/>
                </a:ln>
                <a:solidFill>
                  <a:srgbClr val="000000"/>
                </a:solidFill>
                <a:effectLst/>
                <a:latin typeface="Söhne"/>
              </a:rPr>
              <a:t> Memory Hierarchy:</a:t>
            </a:r>
            <a:r>
              <a:rPr kumimoji="0" lang="en-US" altLang="en-US" sz="1600" b="0" i="0" u="none" strike="noStrike" cap="none" normalizeH="0" baseline="0" dirty="0">
                <a:ln>
                  <a:noFill/>
                </a:ln>
                <a:solidFill>
                  <a:srgbClr val="000000"/>
                </a:solidFill>
                <a:effectLst/>
                <a:latin typeface="Söhne"/>
              </a:rPr>
              <a:t> Computer systems have a memory hierarchy that includes various levels of storage, each with different capacities, speeds, and costs. The memory hierarchy typically consists of:</a:t>
            </a:r>
          </a:p>
          <a:p>
            <a:pPr marL="742950" marR="0" lvl="1"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rgbClr val="000000"/>
                </a:solidFill>
                <a:effectLst/>
                <a:latin typeface="Söhne"/>
              </a:rPr>
              <a:t>Registers:</a:t>
            </a:r>
            <a:r>
              <a:rPr kumimoji="0" lang="en-US" altLang="en-US" sz="1600" b="0" i="0" u="none" strike="noStrike" cap="none" normalizeH="0" baseline="0" dirty="0">
                <a:ln>
                  <a:noFill/>
                </a:ln>
                <a:solidFill>
                  <a:srgbClr val="000000"/>
                </a:solidFill>
                <a:effectLst/>
                <a:latin typeface="Söhne"/>
              </a:rPr>
              <a:t> Fastest and smallest memory units, located within the CPU.</a:t>
            </a:r>
          </a:p>
          <a:p>
            <a:pPr marL="742950" marR="0" lvl="1"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rgbClr val="000000"/>
                </a:solidFill>
                <a:effectLst/>
                <a:latin typeface="Söhne"/>
              </a:rPr>
              <a:t>Cache Memory:</a:t>
            </a:r>
            <a:r>
              <a:rPr kumimoji="0" lang="en-US" altLang="en-US" sz="1600" b="0" i="0" u="none" strike="noStrike" cap="none" normalizeH="0" baseline="0" dirty="0">
                <a:ln>
                  <a:noFill/>
                </a:ln>
                <a:solidFill>
                  <a:srgbClr val="000000"/>
                </a:solidFill>
                <a:effectLst/>
                <a:latin typeface="Söhne"/>
              </a:rPr>
              <a:t> Faster than main memory but smaller in capacity. It serves as a buffer between the CPU and main memory.</a:t>
            </a:r>
          </a:p>
          <a:p>
            <a:pPr marL="742950" marR="0" lvl="1"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rgbClr val="000000"/>
                </a:solidFill>
                <a:effectLst/>
                <a:latin typeface="Söhne"/>
              </a:rPr>
              <a:t>Main Memory (RAM):</a:t>
            </a:r>
            <a:r>
              <a:rPr kumimoji="0" lang="en-US" altLang="en-US" sz="1600" b="0" i="0" u="none" strike="noStrike" cap="none" normalizeH="0" baseline="0" dirty="0">
                <a:ln>
                  <a:noFill/>
                </a:ln>
                <a:solidFill>
                  <a:srgbClr val="000000"/>
                </a:solidFill>
                <a:effectLst/>
                <a:latin typeface="Söhne"/>
              </a:rPr>
              <a:t> Provides larger storage capacity than cache and serves as a temporary workspace for program data and instructions.</a:t>
            </a:r>
          </a:p>
          <a:p>
            <a:pPr marL="742950" marR="0" lvl="1"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rgbClr val="000000"/>
                </a:solidFill>
                <a:effectLst/>
                <a:latin typeface="Söhne"/>
              </a:rPr>
              <a:t>Secondary Storage:</a:t>
            </a:r>
            <a:r>
              <a:rPr kumimoji="0" lang="en-US" altLang="en-US" sz="1600" b="0" i="0" u="none" strike="noStrike" cap="none" normalizeH="0" baseline="0" dirty="0">
                <a:ln>
                  <a:noFill/>
                </a:ln>
                <a:solidFill>
                  <a:srgbClr val="000000"/>
                </a:solidFill>
                <a:effectLst/>
                <a:latin typeface="Söhne"/>
              </a:rPr>
              <a:t> Slower than main memory but offers much greater capacity. Includes hard drives (HDDs), solid-state drives (SSDs), and other non-volatile storage devices.</a:t>
            </a:r>
          </a:p>
          <a:p>
            <a:pPr marL="742950" marR="0" lvl="1"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rgbClr val="000000"/>
                </a:solidFill>
                <a:effectLst/>
                <a:latin typeface="Söhne"/>
              </a:rPr>
              <a:t>Tertiary Storage (optional):</a:t>
            </a:r>
            <a:r>
              <a:rPr kumimoji="0" lang="en-US" altLang="en-US" sz="1600" b="0" i="0" u="none" strike="noStrike" cap="none" normalizeH="0" baseline="0" dirty="0">
                <a:ln>
                  <a:noFill/>
                </a:ln>
                <a:solidFill>
                  <a:srgbClr val="000000"/>
                </a:solidFill>
                <a:effectLst/>
                <a:latin typeface="Söhne"/>
              </a:rPr>
              <a:t> Used for long-term archival storage and backup, such as magnetic tapes or optical discs.</a:t>
            </a:r>
            <a:br>
              <a:rPr kumimoji="0" lang="en-US" altLang="en-US" sz="1600" b="0" i="0" u="none" strike="noStrike" cap="none" normalizeH="0" baseline="0" dirty="0">
                <a:ln>
                  <a:noFill/>
                </a:ln>
                <a:solidFill>
                  <a:srgbClr val="000000"/>
                </a:solidFill>
                <a:effectLst/>
                <a:latin typeface="Söhne"/>
              </a:rPr>
            </a:b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414798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BB4C7733-4B34-49E4-BC40-E776CA0FB42D}"/>
              </a:ext>
            </a:extLst>
          </p:cNvPr>
          <p:cNvSpPr txBox="1">
            <a:spLocks noChangeArrowheads="1"/>
          </p:cNvSpPr>
          <p:nvPr/>
        </p:nvSpPr>
        <p:spPr bwMode="auto">
          <a:xfrm>
            <a:off x="1524000" y="127694"/>
            <a:ext cx="9144000"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457200">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37931725" indent="-37474525" defTabSz="45720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defTabSz="4572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spcAft>
                <a:spcPct val="0"/>
              </a:spcAft>
              <a:buFontTx/>
              <a:buNone/>
            </a:pPr>
            <a:r>
              <a:rPr lang="en-US" altLang="en-US" sz="4000" i="0" dirty="0">
                <a:solidFill>
                  <a:srgbClr val="FF0000"/>
                </a:solidFill>
              </a:rPr>
              <a:t>Key Concepts of Computer Architecture</a:t>
            </a:r>
          </a:p>
        </p:txBody>
      </p:sp>
      <p:sp>
        <p:nvSpPr>
          <p:cNvPr id="4" name="Rectangle 2">
            <a:extLst>
              <a:ext uri="{FF2B5EF4-FFF2-40B4-BE49-F238E27FC236}">
                <a16:creationId xmlns:a16="http://schemas.microsoft.com/office/drawing/2014/main" id="{39C5D44A-51A4-41A2-7290-B7B6AA507F97}"/>
              </a:ext>
            </a:extLst>
          </p:cNvPr>
          <p:cNvSpPr>
            <a:spLocks noGrp="1" noChangeArrowheads="1"/>
          </p:cNvSpPr>
          <p:nvPr>
            <p:ph idx="1"/>
          </p:nvPr>
        </p:nvSpPr>
        <p:spPr bwMode="auto">
          <a:xfrm>
            <a:off x="1981200" y="3587590"/>
            <a:ext cx="8833718" cy="954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rgbClr val="000000"/>
                </a:solidFill>
                <a:effectLst/>
                <a:latin typeface="Söhne"/>
              </a:rPr>
            </a:br>
            <a:endParaRPr kumimoji="0" lang="en-US" altLang="en-US" sz="1200" b="0" i="0" u="none" strike="noStrike" cap="none" normalizeH="0" baseline="0" dirty="0">
              <a:ln>
                <a:noFill/>
              </a:ln>
              <a:solidFill>
                <a:schemeClr val="tx1"/>
              </a:solidFill>
              <a:effectLst/>
            </a:endParaRPr>
          </a:p>
        </p:txBody>
      </p:sp>
      <p:sp>
        <p:nvSpPr>
          <p:cNvPr id="3" name="Rectangle 2">
            <a:extLst>
              <a:ext uri="{FF2B5EF4-FFF2-40B4-BE49-F238E27FC236}">
                <a16:creationId xmlns:a16="http://schemas.microsoft.com/office/drawing/2014/main" id="{DD363AEA-65A3-4B8C-33BA-6F2CBD555F71}"/>
              </a:ext>
            </a:extLst>
          </p:cNvPr>
          <p:cNvSpPr>
            <a:spLocks noChangeArrowheads="1"/>
          </p:cNvSpPr>
          <p:nvPr/>
        </p:nvSpPr>
        <p:spPr bwMode="auto">
          <a:xfrm>
            <a:off x="1470992" y="2448302"/>
            <a:ext cx="55181943" cy="585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br>
              <a:rPr kumimoji="0" lang="en-US" altLang="en-US" sz="600" b="0" i="0" u="none" strike="noStrike" cap="none" normalizeH="0" baseline="0" dirty="0">
                <a:ln>
                  <a:noFill/>
                </a:ln>
                <a:solidFill>
                  <a:srgbClr val="000000"/>
                </a:solidFill>
                <a:effectLst/>
                <a:latin typeface="Söhne"/>
              </a:rPr>
            </a:br>
            <a:endParaRPr kumimoji="0" lang="en-US" altLang="en-US" sz="6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0DD42F66-BFFF-BECD-DFDF-2E84436D6A96}"/>
              </a:ext>
            </a:extLst>
          </p:cNvPr>
          <p:cNvSpPr>
            <a:spLocks noChangeArrowheads="1"/>
          </p:cNvSpPr>
          <p:nvPr/>
        </p:nvSpPr>
        <p:spPr bwMode="auto">
          <a:xfrm>
            <a:off x="1093304" y="3495256"/>
            <a:ext cx="10349948" cy="113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Söhne"/>
            </a:endParaRPr>
          </a:p>
          <a:p>
            <a:pPr marL="0" marR="0" lvl="0" indent="0" algn="just"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rgbClr val="000000"/>
                </a:solidFill>
                <a:effectLst/>
                <a:latin typeface="Söhne"/>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EDF00614-5524-1933-5554-13C3CBBDAA19}"/>
              </a:ext>
            </a:extLst>
          </p:cNvPr>
          <p:cNvSpPr>
            <a:spLocks noChangeArrowheads="1"/>
          </p:cNvSpPr>
          <p:nvPr/>
        </p:nvSpPr>
        <p:spPr bwMode="auto">
          <a:xfrm>
            <a:off x="1470992" y="1943576"/>
            <a:ext cx="8837598" cy="4586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just" defTabSz="914400" rtl="0" eaLnBrk="0" fontAlgn="base" latinLnBrk="0" hangingPunct="0">
              <a:lnSpc>
                <a:spcPct val="100000"/>
              </a:lnSpc>
              <a:spcBef>
                <a:spcPct val="0"/>
              </a:spcBef>
              <a:spcAft>
                <a:spcPct val="0"/>
              </a:spcAft>
              <a:buClrTx/>
              <a:buSzTx/>
              <a:buFont typeface="+mj-lt"/>
              <a:buAutoNum type="arabicPeriod" startAt="4"/>
              <a:tabLst/>
            </a:pPr>
            <a:r>
              <a:rPr kumimoji="0" lang="en-US" altLang="en-US" sz="1600" b="1" i="0" u="none" strike="noStrike" cap="none" normalizeH="0" baseline="0" dirty="0">
                <a:ln>
                  <a:noFill/>
                </a:ln>
                <a:solidFill>
                  <a:srgbClr val="000000"/>
                </a:solidFill>
                <a:effectLst/>
                <a:latin typeface="Söhne"/>
              </a:rPr>
              <a:t> Input/Output (I/O) Subsystem:</a:t>
            </a:r>
            <a:r>
              <a:rPr kumimoji="0" lang="en-US" altLang="en-US" sz="1600" b="0" i="0" u="none" strike="noStrike" cap="none" normalizeH="0" baseline="0" dirty="0">
                <a:ln>
                  <a:noFill/>
                </a:ln>
                <a:solidFill>
                  <a:srgbClr val="000000"/>
                </a:solidFill>
                <a:effectLst/>
                <a:latin typeface="Söhne"/>
              </a:rPr>
              <a:t> The I/O subsystem enables communication between the computer and external devices. Key components include:</a:t>
            </a:r>
          </a:p>
          <a:p>
            <a:pPr marL="800100" marR="0" lvl="1"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rgbClr val="000000"/>
                </a:solidFill>
                <a:effectLst/>
                <a:latin typeface="Söhne"/>
              </a:rPr>
              <a:t>Input Devices:</a:t>
            </a:r>
            <a:r>
              <a:rPr kumimoji="0" lang="en-US" altLang="en-US" sz="1600" b="0" i="0" u="none" strike="noStrike" cap="none" normalizeH="0" baseline="0" dirty="0">
                <a:ln>
                  <a:noFill/>
                </a:ln>
                <a:solidFill>
                  <a:srgbClr val="000000"/>
                </a:solidFill>
                <a:effectLst/>
                <a:latin typeface="Söhne"/>
              </a:rPr>
              <a:t> Such as keyboards, mice, and sensors, allow users to provide data and commands to the computer.</a:t>
            </a:r>
          </a:p>
          <a:p>
            <a:pPr marL="800100" marR="0" lvl="1"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rgbClr val="000000"/>
                </a:solidFill>
                <a:effectLst/>
                <a:latin typeface="Söhne"/>
              </a:rPr>
              <a:t>Output Devices:</a:t>
            </a:r>
            <a:r>
              <a:rPr kumimoji="0" lang="en-US" altLang="en-US" sz="1600" b="0" i="0" u="none" strike="noStrike" cap="none" normalizeH="0" baseline="0" dirty="0">
                <a:ln>
                  <a:noFill/>
                </a:ln>
                <a:solidFill>
                  <a:srgbClr val="000000"/>
                </a:solidFill>
                <a:effectLst/>
                <a:latin typeface="Söhne"/>
              </a:rPr>
              <a:t> Like displays, printers, and speakers, provide feedback and present results to users.</a:t>
            </a:r>
          </a:p>
          <a:p>
            <a:pPr marL="800100" marR="0" lvl="1"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rgbClr val="000000"/>
                </a:solidFill>
                <a:effectLst/>
                <a:latin typeface="Söhne"/>
              </a:rPr>
              <a:t>I/O Controllers:</a:t>
            </a:r>
            <a:r>
              <a:rPr kumimoji="0" lang="en-US" altLang="en-US" sz="1600" b="0" i="0" u="none" strike="noStrike" cap="none" normalizeH="0" baseline="0" dirty="0">
                <a:ln>
                  <a:noFill/>
                </a:ln>
                <a:solidFill>
                  <a:srgbClr val="000000"/>
                </a:solidFill>
                <a:effectLst/>
                <a:latin typeface="Söhne"/>
              </a:rPr>
              <a:t> Manage the flow of data between the CPU, memory, and I/O devices.</a:t>
            </a:r>
          </a:p>
          <a:p>
            <a:pPr marL="800100" marR="0" lvl="1"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rgbClr val="000000"/>
                </a:solidFill>
                <a:effectLst/>
                <a:latin typeface="Söhne"/>
              </a:rPr>
              <a:t>Buses:</a:t>
            </a:r>
            <a:r>
              <a:rPr kumimoji="0" lang="en-US" altLang="en-US" sz="1600" b="0" i="0" u="none" strike="noStrike" cap="none" normalizeH="0" baseline="0" dirty="0">
                <a:ln>
                  <a:noFill/>
                </a:ln>
                <a:solidFill>
                  <a:srgbClr val="000000"/>
                </a:solidFill>
                <a:effectLst/>
                <a:latin typeface="Söhne"/>
              </a:rPr>
              <a:t> Communication pathways that connect various components, including the CPU, memory, and I/O devices.</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startAt="4"/>
              <a:tabLst/>
            </a:pPr>
            <a:r>
              <a:rPr kumimoji="0" lang="en-US" altLang="en-US" sz="1600" b="1" i="0" u="none" strike="noStrike" cap="none" normalizeH="0" baseline="0" dirty="0">
                <a:ln>
                  <a:noFill/>
                </a:ln>
                <a:solidFill>
                  <a:srgbClr val="000000"/>
                </a:solidFill>
                <a:effectLst/>
                <a:latin typeface="Söhne"/>
              </a:rPr>
              <a:t> System Interconnect:</a:t>
            </a:r>
            <a:r>
              <a:rPr kumimoji="0" lang="en-US" altLang="en-US" sz="1600" b="0" i="0" u="none" strike="noStrike" cap="none" normalizeH="0" baseline="0" dirty="0">
                <a:ln>
                  <a:noFill/>
                </a:ln>
                <a:solidFill>
                  <a:srgbClr val="000000"/>
                </a:solidFill>
                <a:effectLst/>
                <a:latin typeface="Söhne"/>
              </a:rPr>
              <a:t> The system interconnect includes buses and communication pathways that connect the CPU, memory, and I/O devices. It ensures data and control signals can flow between components efficiently.</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startAt="4"/>
              <a:tabLst/>
            </a:pPr>
            <a:r>
              <a:rPr kumimoji="0" lang="en-US" altLang="en-US" sz="1600" b="1" i="0" u="none" strike="noStrike" cap="none" normalizeH="0" baseline="0" dirty="0">
                <a:ln>
                  <a:noFill/>
                </a:ln>
                <a:solidFill>
                  <a:srgbClr val="000000"/>
                </a:solidFill>
                <a:effectLst/>
                <a:latin typeface="Söhne"/>
              </a:rPr>
              <a:t> Instruction Set Architecture (ISA):</a:t>
            </a:r>
            <a:r>
              <a:rPr kumimoji="0" lang="en-US" altLang="en-US" sz="1600" b="0" i="0" u="none" strike="noStrike" cap="none" normalizeH="0" baseline="0" dirty="0">
                <a:ln>
                  <a:noFill/>
                </a:ln>
                <a:solidFill>
                  <a:srgbClr val="000000"/>
                </a:solidFill>
                <a:effectLst/>
                <a:latin typeface="Söhne"/>
              </a:rPr>
              <a:t> The ISA defines the set of instructions that the CPU can execute. It includes machine-level instructions specifying operations like arithmetic, logic, data movement, and control flow. The ISA serves as the interface between software and hardware.</a:t>
            </a:r>
          </a:p>
          <a:p>
            <a:pPr marL="0" marR="0" lvl="0" indent="0" algn="just"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dirty="0">
                <a:ln>
                  <a:noFill/>
                </a:ln>
                <a:solidFill>
                  <a:srgbClr val="000000"/>
                </a:solidFill>
                <a:effectLst/>
                <a:latin typeface="Söhne"/>
              </a:rPr>
            </a:b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217968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BB4C7733-4B34-49E4-BC40-E776CA0FB42D}"/>
              </a:ext>
            </a:extLst>
          </p:cNvPr>
          <p:cNvSpPr txBox="1">
            <a:spLocks noChangeArrowheads="1"/>
          </p:cNvSpPr>
          <p:nvPr/>
        </p:nvSpPr>
        <p:spPr bwMode="auto">
          <a:xfrm>
            <a:off x="1524000" y="127694"/>
            <a:ext cx="9144000"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457200">
              <a:spcBef>
                <a:spcPts val="1200"/>
              </a:spcBef>
              <a:spcAft>
                <a:spcPts val="600"/>
              </a:spcAft>
              <a:buChar char="•"/>
              <a:defRPr sz="3200" b="1" i="1">
                <a:solidFill>
                  <a:srgbClr val="000000"/>
                </a:solidFill>
                <a:latin typeface="Arial" panose="020B0604020202020204" pitchFamily="34" charset="0"/>
                <a:ea typeface="MS PGothic" panose="020B0600070205080204" pitchFamily="34" charset="-128"/>
              </a:defRPr>
            </a:lvl1pPr>
            <a:lvl2pPr marL="37931725" indent="-37474525" defTabSz="457200">
              <a:spcBef>
                <a:spcPts val="1200"/>
              </a:spcBef>
              <a:spcAft>
                <a:spcPts val="600"/>
              </a:spcAft>
              <a:buChar char="–"/>
              <a:defRPr sz="2800">
                <a:solidFill>
                  <a:schemeClr val="tx1"/>
                </a:solidFill>
                <a:latin typeface="Arial" panose="020B0604020202020204" pitchFamily="34" charset="0"/>
                <a:ea typeface="MS PGothic" panose="020B0600070205080204" pitchFamily="34" charset="-128"/>
              </a:defRPr>
            </a:lvl2pPr>
            <a:lvl3pPr marL="1143000" indent="-228600" defTabSz="457200">
              <a:spcBef>
                <a:spcPts val="1200"/>
              </a:spcBef>
              <a:spcAft>
                <a:spcPts val="600"/>
              </a:spcAft>
              <a:buChar char="•"/>
              <a:defRPr sz="2400" b="1">
                <a:solidFill>
                  <a:schemeClr val="tx1"/>
                </a:solidFill>
                <a:latin typeface="Arial" panose="020B0604020202020204" pitchFamily="34" charset="0"/>
                <a:ea typeface="MS PGothic" panose="020B0600070205080204" pitchFamily="34" charset="-128"/>
              </a:defRPr>
            </a:lvl3pPr>
            <a:lvl4pPr marL="1600200" indent="-228600" defTabSz="457200">
              <a:spcBef>
                <a:spcPts val="1200"/>
              </a:spcBef>
              <a:spcAft>
                <a:spcPts val="600"/>
              </a:spcAft>
              <a:buChar char="–"/>
              <a:defRPr sz="2000">
                <a:solidFill>
                  <a:schemeClr val="tx1"/>
                </a:solidFill>
                <a:latin typeface="Arial" panose="020B0604020202020204" pitchFamily="34" charset="0"/>
                <a:ea typeface="MS PGothic" panose="020B0600070205080204" pitchFamily="34" charset="-128"/>
              </a:defRPr>
            </a:lvl4pPr>
            <a:lvl5pPr marL="2057400" indent="-228600" defTabSz="45720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ts val="1200"/>
              </a:spcBef>
              <a:spcAft>
                <a:spcPts val="300"/>
              </a:spcAft>
              <a:buChar char="»"/>
              <a:defRPr sz="2000" i="1">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spcAft>
                <a:spcPct val="0"/>
              </a:spcAft>
              <a:buFontTx/>
              <a:buNone/>
            </a:pPr>
            <a:r>
              <a:rPr lang="en-US" altLang="en-US" sz="4000" i="0" dirty="0">
                <a:solidFill>
                  <a:srgbClr val="FF0000"/>
                </a:solidFill>
              </a:rPr>
              <a:t>Key Concepts of Computer Architecture</a:t>
            </a:r>
          </a:p>
        </p:txBody>
      </p:sp>
      <p:sp>
        <p:nvSpPr>
          <p:cNvPr id="4" name="Rectangle 2">
            <a:extLst>
              <a:ext uri="{FF2B5EF4-FFF2-40B4-BE49-F238E27FC236}">
                <a16:creationId xmlns:a16="http://schemas.microsoft.com/office/drawing/2014/main" id="{39C5D44A-51A4-41A2-7290-B7B6AA507F97}"/>
              </a:ext>
            </a:extLst>
          </p:cNvPr>
          <p:cNvSpPr>
            <a:spLocks noGrp="1" noChangeArrowheads="1"/>
          </p:cNvSpPr>
          <p:nvPr>
            <p:ph idx="1"/>
          </p:nvPr>
        </p:nvSpPr>
        <p:spPr bwMode="auto">
          <a:xfrm>
            <a:off x="1981200" y="3587590"/>
            <a:ext cx="8833718" cy="954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rgbClr val="000000"/>
                </a:solidFill>
                <a:effectLst/>
                <a:latin typeface="Söhne"/>
              </a:rPr>
            </a:br>
            <a:endParaRPr kumimoji="0" lang="en-US" altLang="en-US" sz="1200" b="0" i="0" u="none" strike="noStrike" cap="none" normalizeH="0" baseline="0" dirty="0">
              <a:ln>
                <a:noFill/>
              </a:ln>
              <a:solidFill>
                <a:schemeClr val="tx1"/>
              </a:solidFill>
              <a:effectLst/>
            </a:endParaRPr>
          </a:p>
        </p:txBody>
      </p:sp>
      <p:sp>
        <p:nvSpPr>
          <p:cNvPr id="3" name="Rectangle 2">
            <a:extLst>
              <a:ext uri="{FF2B5EF4-FFF2-40B4-BE49-F238E27FC236}">
                <a16:creationId xmlns:a16="http://schemas.microsoft.com/office/drawing/2014/main" id="{DD363AEA-65A3-4B8C-33BA-6F2CBD555F71}"/>
              </a:ext>
            </a:extLst>
          </p:cNvPr>
          <p:cNvSpPr>
            <a:spLocks noChangeArrowheads="1"/>
          </p:cNvSpPr>
          <p:nvPr/>
        </p:nvSpPr>
        <p:spPr bwMode="auto">
          <a:xfrm>
            <a:off x="1470992" y="2448302"/>
            <a:ext cx="55181943" cy="585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br>
              <a:rPr kumimoji="0" lang="en-US" altLang="en-US" sz="600" b="0" i="0" u="none" strike="noStrike" cap="none" normalizeH="0" baseline="0" dirty="0">
                <a:ln>
                  <a:noFill/>
                </a:ln>
                <a:solidFill>
                  <a:srgbClr val="000000"/>
                </a:solidFill>
                <a:effectLst/>
                <a:latin typeface="Söhne"/>
              </a:rPr>
            </a:br>
            <a:endParaRPr kumimoji="0" lang="en-US" altLang="en-US" sz="6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0DD42F66-BFFF-BECD-DFDF-2E84436D6A96}"/>
              </a:ext>
            </a:extLst>
          </p:cNvPr>
          <p:cNvSpPr>
            <a:spLocks noChangeArrowheads="1"/>
          </p:cNvSpPr>
          <p:nvPr/>
        </p:nvSpPr>
        <p:spPr bwMode="auto">
          <a:xfrm>
            <a:off x="1093304" y="3495256"/>
            <a:ext cx="10349948" cy="113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Söhne"/>
            </a:endParaRPr>
          </a:p>
          <a:p>
            <a:pPr marL="0" marR="0" lvl="0" indent="0" algn="just"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rgbClr val="000000"/>
                </a:solidFill>
                <a:effectLst/>
                <a:latin typeface="Söhne"/>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EDF00614-5524-1933-5554-13C3CBBDAA19}"/>
              </a:ext>
            </a:extLst>
          </p:cNvPr>
          <p:cNvSpPr>
            <a:spLocks noChangeArrowheads="1"/>
          </p:cNvSpPr>
          <p:nvPr/>
        </p:nvSpPr>
        <p:spPr bwMode="auto">
          <a:xfrm>
            <a:off x="1524000" y="1481529"/>
            <a:ext cx="9290918" cy="4832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just" defTabSz="914400" rtl="0" eaLnBrk="0" fontAlgn="base" latinLnBrk="0" hangingPunct="0">
              <a:lnSpc>
                <a:spcPct val="100000"/>
              </a:lnSpc>
              <a:spcBef>
                <a:spcPct val="0"/>
              </a:spcBef>
              <a:spcAft>
                <a:spcPct val="0"/>
              </a:spcAft>
              <a:buClrTx/>
              <a:buSzTx/>
              <a:buFont typeface="+mj-lt"/>
              <a:buAutoNum type="arabicPeriod" startAt="6"/>
              <a:tabLst/>
            </a:pPr>
            <a:r>
              <a:rPr kumimoji="0" lang="en-US" altLang="en-US" sz="1600" b="1" i="0" u="none" strike="noStrike" cap="none" normalizeH="0" baseline="0" dirty="0">
                <a:ln>
                  <a:noFill/>
                </a:ln>
                <a:solidFill>
                  <a:srgbClr val="000000"/>
                </a:solidFill>
                <a:effectLst/>
                <a:latin typeface="Söhne"/>
              </a:rPr>
              <a:t> Clock and Timing:</a:t>
            </a:r>
            <a:r>
              <a:rPr kumimoji="0" lang="en-US" altLang="en-US" sz="1600" b="0" i="0" u="none" strike="noStrike" cap="none" normalizeH="0" baseline="0" dirty="0">
                <a:ln>
                  <a:noFill/>
                </a:ln>
                <a:solidFill>
                  <a:srgbClr val="000000"/>
                </a:solidFill>
                <a:effectLst/>
                <a:latin typeface="Söhne"/>
              </a:rPr>
              <a:t> The computer architecture includes a clock and timing system that synchronizes the operations of various components, ensuring proper coordination and sequencing of tasks.</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startAt="6"/>
              <a:tabLst/>
            </a:pPr>
            <a:r>
              <a:rPr kumimoji="0" lang="en-US" altLang="en-US" sz="1600" b="1" i="0" u="none" strike="noStrike" cap="none" normalizeH="0" baseline="0" dirty="0">
                <a:ln>
                  <a:noFill/>
                </a:ln>
                <a:solidFill>
                  <a:srgbClr val="000000"/>
                </a:solidFill>
                <a:effectLst/>
                <a:latin typeface="Söhne"/>
              </a:rPr>
              <a:t> Power Supply and Cooling:</a:t>
            </a:r>
            <a:r>
              <a:rPr kumimoji="0" lang="en-US" altLang="en-US" sz="1600" b="0" i="0" u="none" strike="noStrike" cap="none" normalizeH="0" baseline="0" dirty="0">
                <a:ln>
                  <a:noFill/>
                </a:ln>
                <a:solidFill>
                  <a:srgbClr val="000000"/>
                </a:solidFill>
                <a:effectLst/>
                <a:latin typeface="Söhne"/>
              </a:rPr>
              <a:t> These components provide the necessary electrical power to run the computer while maintaining safe operating temperatures. Cooling systems, such as fans and heat sinks, dissipate excess heat generated by components.</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startAt="6"/>
              <a:tabLst/>
            </a:pPr>
            <a:r>
              <a:rPr kumimoji="0" lang="en-US" altLang="en-US" sz="1600" b="1" i="0" u="none" strike="noStrike" cap="none" normalizeH="0" baseline="0" dirty="0">
                <a:ln>
                  <a:noFill/>
                </a:ln>
                <a:solidFill>
                  <a:srgbClr val="000000"/>
                </a:solidFill>
                <a:effectLst/>
                <a:latin typeface="Söhne"/>
              </a:rPr>
              <a:t> Microarchitecture:</a:t>
            </a:r>
            <a:r>
              <a:rPr kumimoji="0" lang="en-US" altLang="en-US" sz="1600" b="0" i="0" u="none" strike="noStrike" cap="none" normalizeH="0" baseline="0" dirty="0">
                <a:ln>
                  <a:noFill/>
                </a:ln>
                <a:solidFill>
                  <a:srgbClr val="000000"/>
                </a:solidFill>
                <a:effectLst/>
                <a:latin typeface="Söhne"/>
              </a:rPr>
              <a:t> The microarchitecture refers to the specific design and organization of the CPU's internal components, including its instruction pipeline, execution units, and memory hierarchy.</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startAt="6"/>
              <a:tabLst/>
            </a:pPr>
            <a:r>
              <a:rPr kumimoji="0" lang="en-US" altLang="en-US" sz="1600" b="1" i="0" u="none" strike="noStrike" cap="none" normalizeH="0" baseline="0" dirty="0">
                <a:ln>
                  <a:noFill/>
                </a:ln>
                <a:solidFill>
                  <a:srgbClr val="000000"/>
                </a:solidFill>
                <a:effectLst/>
                <a:latin typeface="Söhne"/>
              </a:rPr>
              <a:t> I/O Ports and Interfaces:</a:t>
            </a:r>
            <a:r>
              <a:rPr kumimoji="0" lang="en-US" altLang="en-US" sz="1600" b="0" i="0" u="none" strike="noStrike" cap="none" normalizeH="0" baseline="0" dirty="0">
                <a:ln>
                  <a:noFill/>
                </a:ln>
                <a:solidFill>
                  <a:srgbClr val="000000"/>
                </a:solidFill>
                <a:effectLst/>
                <a:latin typeface="Söhne"/>
              </a:rPr>
              <a:t> These components facilitate the physical connection between the computer and external devices. They often include USB ports, audio jacks, network interfaces, and expansion slots.</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startAt="6"/>
              <a:tabLst/>
            </a:pPr>
            <a:r>
              <a:rPr kumimoji="0" lang="en-US" altLang="en-US" sz="1600" b="1" i="0" u="none" strike="noStrike" cap="none" normalizeH="0" baseline="0" dirty="0">
                <a:ln>
                  <a:noFill/>
                </a:ln>
                <a:solidFill>
                  <a:srgbClr val="000000"/>
                </a:solidFill>
                <a:effectLst/>
                <a:latin typeface="Söhne"/>
              </a:rPr>
              <a:t> Firmware and BIOS/UEFI:</a:t>
            </a:r>
            <a:r>
              <a:rPr kumimoji="0" lang="en-US" altLang="en-US" sz="1600" b="0" i="0" u="none" strike="noStrike" cap="none" normalizeH="0" baseline="0" dirty="0">
                <a:ln>
                  <a:noFill/>
                </a:ln>
                <a:solidFill>
                  <a:srgbClr val="000000"/>
                </a:solidFill>
                <a:effectLst/>
                <a:latin typeface="Söhne"/>
              </a:rPr>
              <a:t> Firmware is software stored on non-volatile memory (e.g., BIOS or UEFI) that initializes the computer hardware during boot-up and provides low-level control and configuration options.</a:t>
            </a:r>
          </a:p>
          <a:p>
            <a:pPr marR="0" lvl="0" algn="just"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rgbClr val="000000"/>
              </a:solidFill>
              <a:effectLst/>
              <a:latin typeface="Söhne"/>
            </a:endParaRPr>
          </a:p>
          <a:p>
            <a:pPr marR="0" lvl="0" algn="just"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rgbClr val="000000"/>
                </a:solidFill>
                <a:effectLst/>
                <a:latin typeface="Söhne"/>
              </a:rPr>
              <a:t>These key components collectively define the architecture of a computer system, determining its capabilities, performance, and functionality. Computer architects and engineers carefully design and optimize these components to achieve specific objectives, such as high performance, energy efficiency, or cost-effectiveness, depending on the intended use of the computer.</a:t>
            </a:r>
          </a:p>
          <a:p>
            <a:pPr marL="0" marR="0" lvl="0" indent="0" algn="just"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dirty="0">
                <a:ln>
                  <a:noFill/>
                </a:ln>
                <a:solidFill>
                  <a:srgbClr val="000000"/>
                </a:solidFill>
                <a:effectLst/>
                <a:latin typeface="Söhne"/>
              </a:rPr>
            </a:b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185328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82BEA8D-77C3-4DD0-90CD-4E1299E41471}"/>
              </a:ext>
            </a:extLst>
          </p:cNvPr>
          <p:cNvSpPr>
            <a:spLocks noGrp="1" noChangeArrowheads="1"/>
          </p:cNvSpPr>
          <p:nvPr>
            <p:ph type="title"/>
          </p:nvPr>
        </p:nvSpPr>
        <p:spPr>
          <a:xfrm>
            <a:off x="1752599" y="76200"/>
            <a:ext cx="9682113" cy="990600"/>
          </a:xfrm>
        </p:spPr>
        <p:txBody>
          <a:bodyPr vert="horz" lIns="90487" tIns="44450" rIns="90487" bIns="44450" rtlCol="0" anchor="b">
            <a:normAutofit/>
          </a:bodyPr>
          <a:lstStyle/>
          <a:p>
            <a:pPr eaLnBrk="1" hangingPunct="1"/>
            <a:r>
              <a:rPr lang="en-US" altLang="en-US" dirty="0">
                <a:latin typeface="Arial" panose="020B0604020202020204" pitchFamily="34" charset="0"/>
              </a:rPr>
              <a:t>Who Uses Assembly Language</a:t>
            </a:r>
          </a:p>
        </p:txBody>
      </p:sp>
      <p:sp>
        <p:nvSpPr>
          <p:cNvPr id="34819" name="Rectangle 3">
            <a:extLst>
              <a:ext uri="{FF2B5EF4-FFF2-40B4-BE49-F238E27FC236}">
                <a16:creationId xmlns:a16="http://schemas.microsoft.com/office/drawing/2014/main" id="{43951C42-CA2A-4775-BF10-BBFFE6445C47}"/>
              </a:ext>
            </a:extLst>
          </p:cNvPr>
          <p:cNvSpPr>
            <a:spLocks noGrp="1" noChangeArrowheads="1"/>
          </p:cNvSpPr>
          <p:nvPr>
            <p:ph idx="1"/>
          </p:nvPr>
        </p:nvSpPr>
        <p:spPr>
          <a:xfrm>
            <a:off x="1676400" y="1295400"/>
            <a:ext cx="8915400" cy="4114800"/>
          </a:xfrm>
        </p:spPr>
        <p:txBody>
          <a:bodyPr vert="horz" lIns="90487" tIns="44450" rIns="90487" bIns="44450" rtlCol="0">
            <a:normAutofit fontScale="92500"/>
          </a:bodyPr>
          <a:lstStyle/>
          <a:p>
            <a:pPr>
              <a:spcBef>
                <a:spcPts val="300"/>
              </a:spcBef>
            </a:pPr>
            <a:r>
              <a:rPr lang="en-US" altLang="en-US" sz="2800" dirty="0">
                <a:latin typeface="Arial" panose="020B0604020202020204" pitchFamily="34" charset="0"/>
              </a:rPr>
              <a:t>The machine designer</a:t>
            </a:r>
          </a:p>
          <a:p>
            <a:pPr lvl="1">
              <a:spcBef>
                <a:spcPts val="300"/>
              </a:spcBef>
            </a:pPr>
            <a:r>
              <a:rPr lang="en-US" altLang="en-US" sz="2400" dirty="0">
                <a:latin typeface="Arial" panose="020B0604020202020204" pitchFamily="34" charset="0"/>
              </a:rPr>
              <a:t>must implement and trade-off instruction functionality</a:t>
            </a:r>
          </a:p>
          <a:p>
            <a:pPr>
              <a:spcBef>
                <a:spcPts val="300"/>
              </a:spcBef>
            </a:pPr>
            <a:r>
              <a:rPr lang="en-US" altLang="en-US" sz="2800" dirty="0">
                <a:latin typeface="Arial" panose="020B0604020202020204" pitchFamily="34" charset="0"/>
              </a:rPr>
              <a:t>The compiler writer</a:t>
            </a:r>
          </a:p>
          <a:p>
            <a:pPr lvl="1">
              <a:spcBef>
                <a:spcPts val="300"/>
              </a:spcBef>
            </a:pPr>
            <a:r>
              <a:rPr lang="en-US" altLang="en-US" sz="2400" dirty="0">
                <a:latin typeface="Arial" panose="020B0604020202020204" pitchFamily="34" charset="0"/>
              </a:rPr>
              <a:t>must generate machine language from a HLL</a:t>
            </a:r>
          </a:p>
          <a:p>
            <a:pPr>
              <a:spcBef>
                <a:spcPts val="300"/>
              </a:spcBef>
            </a:pPr>
            <a:r>
              <a:rPr lang="en-US" altLang="en-US" sz="2800" dirty="0">
                <a:latin typeface="Arial" panose="020B0604020202020204" pitchFamily="34" charset="0"/>
              </a:rPr>
              <a:t>The writer of time or space critical code</a:t>
            </a:r>
          </a:p>
          <a:p>
            <a:pPr lvl="1">
              <a:spcBef>
                <a:spcPts val="300"/>
              </a:spcBef>
            </a:pPr>
            <a:r>
              <a:rPr lang="en-US" altLang="en-US" sz="2400" dirty="0">
                <a:latin typeface="Arial" panose="020B0604020202020204" pitchFamily="34" charset="0"/>
              </a:rPr>
              <a:t>Performance goals may force program specific optimizations of the assembly language</a:t>
            </a:r>
          </a:p>
          <a:p>
            <a:pPr>
              <a:spcBef>
                <a:spcPts val="300"/>
              </a:spcBef>
            </a:pPr>
            <a:r>
              <a:rPr lang="en-US" altLang="en-US" sz="2800" dirty="0">
                <a:latin typeface="Arial" panose="020B0604020202020204" pitchFamily="34" charset="0"/>
              </a:rPr>
              <a:t>Special purpose or embedded processor programmers</a:t>
            </a:r>
          </a:p>
          <a:p>
            <a:pPr lvl="1">
              <a:spcBef>
                <a:spcPts val="300"/>
              </a:spcBef>
            </a:pPr>
            <a:r>
              <a:rPr lang="en-US" altLang="en-US" sz="2400" dirty="0">
                <a:latin typeface="Arial" panose="020B0604020202020204" pitchFamily="34" charset="0"/>
              </a:rPr>
              <a:t>Special functions and heavy dependence on unique I/O devices can make HLL</a:t>
            </a:r>
            <a:r>
              <a:rPr lang="ja-JP" altLang="en-US" sz="2400" dirty="0">
                <a:latin typeface="Arial" panose="020B0604020202020204" pitchFamily="34" charset="0"/>
              </a:rPr>
              <a:t>’</a:t>
            </a:r>
            <a:r>
              <a:rPr lang="en-US" altLang="ja-JP" sz="2400" dirty="0">
                <a:latin typeface="Arial" panose="020B0604020202020204" pitchFamily="34" charset="0"/>
              </a:rPr>
              <a:t>s useless</a:t>
            </a:r>
          </a:p>
          <a:p>
            <a:pPr>
              <a:spcBef>
                <a:spcPts val="300"/>
              </a:spcBef>
            </a:pPr>
            <a:r>
              <a:rPr lang="en-US" altLang="en-US" sz="2800" b="1" dirty="0">
                <a:solidFill>
                  <a:srgbClr val="FF0000"/>
                </a:solidFill>
                <a:latin typeface="Arial" panose="020B0604020202020204" pitchFamily="34" charset="0"/>
              </a:rPr>
              <a:t>Others?</a:t>
            </a:r>
          </a:p>
        </p:txBody>
      </p:sp>
    </p:spTree>
    <p:extLst>
      <p:ext uri="{BB962C8B-B14F-4D97-AF65-F5344CB8AC3E}">
        <p14:creationId xmlns:p14="http://schemas.microsoft.com/office/powerpoint/2010/main" val="950203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7" name="Rectangle 4106">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38882" y="3577456"/>
            <a:ext cx="10909640" cy="1687814"/>
          </a:xfrm>
        </p:spPr>
        <p:txBody>
          <a:bodyPr anchor="b">
            <a:normAutofit/>
          </a:bodyPr>
          <a:lstStyle/>
          <a:p>
            <a:r>
              <a:rPr lang="en-US" sz="6600" b="1" dirty="0"/>
              <a:t>PERFORMANCE</a:t>
            </a:r>
          </a:p>
        </p:txBody>
      </p:sp>
      <p:pic>
        <p:nvPicPr>
          <p:cNvPr id="4098" name="Picture 2" descr="What is computer architecture? - University of Sunderland">
            <a:extLst>
              <a:ext uri="{FF2B5EF4-FFF2-40B4-BE49-F238E27FC236}">
                <a16:creationId xmlns:a16="http://schemas.microsoft.com/office/drawing/2014/main" id="{BA368D65-B17C-56D1-8DE3-A16754C4750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873908" y="760733"/>
            <a:ext cx="6439588" cy="2403878"/>
          </a:xfrm>
          <a:prstGeom prst="rect">
            <a:avLst/>
          </a:prstGeom>
          <a:noFill/>
          <a:extLst>
            <a:ext uri="{909E8E84-426E-40DD-AFC4-6F175D3DCCD1}">
              <a14:hiddenFill xmlns:a14="http://schemas.microsoft.com/office/drawing/2010/main">
                <a:solidFill>
                  <a:srgbClr val="FFFFFF"/>
                </a:solidFill>
              </a14:hiddenFill>
            </a:ext>
          </a:extLst>
        </p:spPr>
      </p:pic>
      <p:sp>
        <p:nvSpPr>
          <p:cNvPr id="4108" name="sketch line">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1880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362200" y="95250"/>
            <a:ext cx="7010400" cy="762000"/>
          </a:xfrm>
        </p:spPr>
        <p:txBody>
          <a:bodyPr>
            <a:normAutofit/>
          </a:bodyPr>
          <a:lstStyle/>
          <a:p>
            <a:r>
              <a:rPr lang="en-US" sz="4000" b="1" dirty="0">
                <a:solidFill>
                  <a:srgbClr val="FF0000"/>
                </a:solidFill>
                <a:latin typeface="Times New Roman" pitchFamily="18" charset="0"/>
              </a:rPr>
              <a:t>Performance</a:t>
            </a:r>
          </a:p>
        </p:txBody>
      </p:sp>
      <p:sp>
        <p:nvSpPr>
          <p:cNvPr id="10244" name="Rectangle 5"/>
          <p:cNvSpPr txBox="1">
            <a:spLocks noChangeArrowheads="1"/>
          </p:cNvSpPr>
          <p:nvPr/>
        </p:nvSpPr>
        <p:spPr bwMode="auto">
          <a:xfrm>
            <a:off x="7381876" y="6400800"/>
            <a:ext cx="3000375" cy="506412"/>
          </a:xfrm>
          <a:prstGeom prst="rect">
            <a:avLst/>
          </a:prstGeom>
          <a:noFill/>
          <a:ln w="9525">
            <a:noFill/>
            <a:miter lim="800000"/>
            <a:headEnd/>
            <a:tailEnd/>
          </a:ln>
        </p:spPr>
        <p:txBody>
          <a:bodyPr lIns="93689" tIns="46845" rIns="93689" bIns="46845" anchor="b"/>
          <a:lstStyle/>
          <a:p>
            <a:pPr algn="r" defTabSz="936625">
              <a:spcBef>
                <a:spcPct val="50000"/>
              </a:spcBef>
            </a:pPr>
            <a:fld id="{18C4929D-9D61-4CCC-A3C6-7AE64422244C}" type="slidenum">
              <a:rPr lang="en-US" sz="1600">
                <a:latin typeface="Tahoma" pitchFamily="34" charset="0"/>
                <a:ea typeface="Tahoma" pitchFamily="34" charset="0"/>
                <a:cs typeface="Tahoma" pitchFamily="34" charset="0"/>
              </a:rPr>
              <a:pPr algn="r" defTabSz="936625">
                <a:spcBef>
                  <a:spcPct val="50000"/>
                </a:spcBef>
              </a:pPr>
              <a:t>21</a:t>
            </a:fld>
            <a:endParaRPr lang="en-US" sz="1600" dirty="0">
              <a:latin typeface="Tahoma" pitchFamily="34" charset="0"/>
              <a:ea typeface="Tahoma" pitchFamily="34" charset="0"/>
              <a:cs typeface="Tahoma" pitchFamily="34" charset="0"/>
            </a:endParaRPr>
          </a:p>
        </p:txBody>
      </p:sp>
      <p:sp>
        <p:nvSpPr>
          <p:cNvPr id="8" name="Rectangle 5"/>
          <p:cNvSpPr txBox="1">
            <a:spLocks noChangeArrowheads="1"/>
          </p:cNvSpPr>
          <p:nvPr/>
        </p:nvSpPr>
        <p:spPr bwMode="auto">
          <a:xfrm>
            <a:off x="1524000" y="6579704"/>
            <a:ext cx="1752600" cy="304800"/>
          </a:xfrm>
          <a:prstGeom prst="rect">
            <a:avLst/>
          </a:prstGeom>
          <a:noFill/>
          <a:ln w="9525">
            <a:noFill/>
            <a:miter lim="800000"/>
            <a:headEnd/>
            <a:tailEnd/>
          </a:ln>
        </p:spPr>
        <p:txBody>
          <a:bodyPr lIns="93689" tIns="46845" rIns="93689" bIns="46845" anchor="b"/>
          <a:lstStyle/>
          <a:p>
            <a:pPr algn="ctr" defTabSz="936625">
              <a:spcBef>
                <a:spcPct val="50000"/>
              </a:spcBef>
            </a:pPr>
            <a:r>
              <a:rPr lang="en-US" sz="1400" b="1" dirty="0">
                <a:latin typeface="Tahoma" pitchFamily="34" charset="0"/>
                <a:ea typeface="Tahoma" pitchFamily="34" charset="0"/>
                <a:cs typeface="Tahoma" pitchFamily="34" charset="0"/>
              </a:rPr>
              <a:t>KICT, IIUM</a:t>
            </a:r>
          </a:p>
        </p:txBody>
      </p:sp>
      <p:sp>
        <p:nvSpPr>
          <p:cNvPr id="10" name="Rectangle 54"/>
          <p:cNvSpPr>
            <a:spLocks noChangeAspect="1" noChangeArrowheads="1"/>
          </p:cNvSpPr>
          <p:nvPr/>
        </p:nvSpPr>
        <p:spPr bwMode="auto">
          <a:xfrm>
            <a:off x="1524000" y="6516364"/>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sp>
        <p:nvSpPr>
          <p:cNvPr id="11" name="Rectangle 54"/>
          <p:cNvSpPr>
            <a:spLocks noChangeAspect="1" noChangeArrowheads="1"/>
          </p:cNvSpPr>
          <p:nvPr/>
        </p:nvSpPr>
        <p:spPr bwMode="auto">
          <a:xfrm>
            <a:off x="1524000" y="938442"/>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pic>
        <p:nvPicPr>
          <p:cNvPr id="9217" name="Picture 1" descr="C:\Users\Hafiz\Desktop\images.jpg"/>
          <p:cNvPicPr>
            <a:picLocks noChangeAspect="1" noChangeArrowheads="1"/>
          </p:cNvPicPr>
          <p:nvPr/>
        </p:nvPicPr>
        <p:blipFill>
          <a:blip r:embed="rId3"/>
          <a:srcRect/>
          <a:stretch>
            <a:fillRect/>
          </a:stretch>
        </p:blipFill>
        <p:spPr bwMode="auto">
          <a:xfrm>
            <a:off x="9744076" y="2"/>
            <a:ext cx="923924" cy="923924"/>
          </a:xfrm>
          <a:prstGeom prst="rect">
            <a:avLst/>
          </a:prstGeom>
          <a:noFill/>
        </p:spPr>
      </p:pic>
      <p:sp>
        <p:nvSpPr>
          <p:cNvPr id="9" name="TextBox 8"/>
          <p:cNvSpPr txBox="1">
            <a:spLocks noChangeArrowheads="1"/>
          </p:cNvSpPr>
          <p:nvPr/>
        </p:nvSpPr>
        <p:spPr bwMode="auto">
          <a:xfrm>
            <a:off x="5419726" y="6553200"/>
            <a:ext cx="2047875" cy="304800"/>
          </a:xfrm>
          <a:prstGeom prst="rect">
            <a:avLst/>
          </a:prstGeom>
          <a:noFill/>
          <a:ln w="9525">
            <a:noFill/>
            <a:miter lim="800000"/>
            <a:headEnd/>
            <a:tailEnd/>
          </a:ln>
        </p:spPr>
        <p:txBody>
          <a:bodyPr lIns="93689" tIns="46845" rIns="93689" bIns="46845" anchor="b"/>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6625">
              <a:spcBef>
                <a:spcPct val="50000"/>
              </a:spcBef>
            </a:pPr>
            <a:r>
              <a:rPr lang="en-US" sz="1400" dirty="0">
                <a:latin typeface="Tahoma" pitchFamily="34" charset="0"/>
                <a:ea typeface="Tahoma" pitchFamily="34" charset="0"/>
                <a:cs typeface="Tahoma" pitchFamily="34" charset="0"/>
              </a:rPr>
              <a:t>Performance</a:t>
            </a:r>
          </a:p>
        </p:txBody>
      </p:sp>
      <p:sp>
        <p:nvSpPr>
          <p:cNvPr id="12" name="Rectangle 3"/>
          <p:cNvSpPr txBox="1">
            <a:spLocks noChangeArrowheads="1"/>
          </p:cNvSpPr>
          <p:nvPr/>
        </p:nvSpPr>
        <p:spPr>
          <a:xfrm>
            <a:off x="1600200" y="1219200"/>
            <a:ext cx="9067800" cy="5105400"/>
          </a:xfrm>
          <a:prstGeom prst="rect">
            <a:avLst/>
          </a:prstGeo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lang="en-US" altLang="en-US" sz="2800" dirty="0">
                <a:latin typeface="Times New Roman" panose="02020603050405020304" pitchFamily="18" charset="0"/>
                <a:cs typeface="Times New Roman" panose="02020603050405020304" pitchFamily="18" charset="0"/>
              </a:rPr>
              <a:t>Performance is the key to understanding underlying motivation for the hardware and its organization</a:t>
            </a:r>
          </a:p>
          <a:p>
            <a:r>
              <a:rPr lang="en-US" altLang="en-US" sz="2800" dirty="0">
                <a:latin typeface="Times New Roman" panose="02020603050405020304" pitchFamily="18" charset="0"/>
                <a:cs typeface="Times New Roman" panose="02020603050405020304" pitchFamily="18" charset="0"/>
              </a:rPr>
              <a:t>Measure, report, and summarize performance to enable users to make intelligent choices</a:t>
            </a:r>
            <a:r>
              <a:rPr lang="en-US" altLang="en-US" dirty="0"/>
              <a:t>. </a:t>
            </a:r>
          </a:p>
          <a:p>
            <a:pPr>
              <a:buFont typeface="Wingdings" pitchFamily="2" charset="2"/>
              <a:buNone/>
            </a:pPr>
            <a:endParaRPr lang="en-US" altLang="en-US" sz="2400" dirty="0"/>
          </a:p>
          <a:p>
            <a:r>
              <a:rPr lang="en-US" altLang="en-US" sz="2800" dirty="0">
                <a:latin typeface="Times New Roman" pitchFamily="18" charset="0"/>
              </a:rPr>
              <a:t>Why is some hardware better than others for different programs?</a:t>
            </a:r>
          </a:p>
          <a:p>
            <a:r>
              <a:rPr lang="en-US" altLang="en-US" sz="2800" dirty="0">
                <a:latin typeface="Times New Roman" pitchFamily="18" charset="0"/>
              </a:rPr>
              <a:t>What factors of system performance are hardware related?</a:t>
            </a:r>
          </a:p>
          <a:p>
            <a:r>
              <a:rPr lang="en-US" altLang="en-US" sz="2800" dirty="0">
                <a:latin typeface="Times New Roman" pitchFamily="18" charset="0"/>
              </a:rPr>
              <a:t>How does the machine's instruction set affect performance?</a:t>
            </a:r>
            <a:br>
              <a:rPr lang="en-US" altLang="en-US" sz="2800" dirty="0">
                <a:latin typeface="Times New Roman" pitchFamily="18" charset="0"/>
              </a:rPr>
            </a:br>
            <a:endParaRPr lang="en-US" altLang="en-US" sz="2800" dirty="0">
              <a:latin typeface="Times New Roman" pitchFamily="18" charset="0"/>
            </a:endParaRPr>
          </a:p>
        </p:txBody>
      </p:sp>
    </p:spTree>
    <p:extLst>
      <p:ext uri="{BB962C8B-B14F-4D97-AF65-F5344CB8AC3E}">
        <p14:creationId xmlns:p14="http://schemas.microsoft.com/office/powerpoint/2010/main" val="3696938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133600" y="95250"/>
            <a:ext cx="7239000" cy="762000"/>
          </a:xfrm>
        </p:spPr>
        <p:txBody>
          <a:bodyPr>
            <a:normAutofit/>
          </a:bodyPr>
          <a:lstStyle/>
          <a:p>
            <a:r>
              <a:rPr lang="en-US" sz="4000" b="1" dirty="0">
                <a:solidFill>
                  <a:srgbClr val="FF0000"/>
                </a:solidFill>
                <a:latin typeface="Times New Roman" pitchFamily="18" charset="0"/>
              </a:rPr>
              <a:t>What is Performance?</a:t>
            </a:r>
          </a:p>
        </p:txBody>
      </p:sp>
      <p:sp>
        <p:nvSpPr>
          <p:cNvPr id="10244" name="Rectangle 5"/>
          <p:cNvSpPr txBox="1">
            <a:spLocks noChangeArrowheads="1"/>
          </p:cNvSpPr>
          <p:nvPr/>
        </p:nvSpPr>
        <p:spPr bwMode="auto">
          <a:xfrm>
            <a:off x="7381876" y="6400800"/>
            <a:ext cx="3000375" cy="506412"/>
          </a:xfrm>
          <a:prstGeom prst="rect">
            <a:avLst/>
          </a:prstGeom>
          <a:noFill/>
          <a:ln w="9525">
            <a:noFill/>
            <a:miter lim="800000"/>
            <a:headEnd/>
            <a:tailEnd/>
          </a:ln>
        </p:spPr>
        <p:txBody>
          <a:bodyPr lIns="93689" tIns="46845" rIns="93689" bIns="46845" anchor="b"/>
          <a:lstStyle/>
          <a:p>
            <a:pPr algn="r" defTabSz="936625">
              <a:spcBef>
                <a:spcPct val="50000"/>
              </a:spcBef>
            </a:pPr>
            <a:fld id="{18C4929D-9D61-4CCC-A3C6-7AE64422244C}" type="slidenum">
              <a:rPr lang="en-US" sz="1600">
                <a:latin typeface="Tahoma" pitchFamily="34" charset="0"/>
                <a:ea typeface="Tahoma" pitchFamily="34" charset="0"/>
                <a:cs typeface="Tahoma" pitchFamily="34" charset="0"/>
              </a:rPr>
              <a:pPr algn="r" defTabSz="936625">
                <a:spcBef>
                  <a:spcPct val="50000"/>
                </a:spcBef>
              </a:pPr>
              <a:t>22</a:t>
            </a:fld>
            <a:endParaRPr lang="en-US" sz="1600" dirty="0">
              <a:latin typeface="Tahoma" pitchFamily="34" charset="0"/>
              <a:ea typeface="Tahoma" pitchFamily="34" charset="0"/>
              <a:cs typeface="Tahoma" pitchFamily="34" charset="0"/>
            </a:endParaRPr>
          </a:p>
        </p:txBody>
      </p:sp>
      <p:sp>
        <p:nvSpPr>
          <p:cNvPr id="8" name="Rectangle 5"/>
          <p:cNvSpPr txBox="1">
            <a:spLocks noChangeArrowheads="1"/>
          </p:cNvSpPr>
          <p:nvPr/>
        </p:nvSpPr>
        <p:spPr bwMode="auto">
          <a:xfrm>
            <a:off x="1524000" y="6579704"/>
            <a:ext cx="1752600" cy="304800"/>
          </a:xfrm>
          <a:prstGeom prst="rect">
            <a:avLst/>
          </a:prstGeom>
          <a:noFill/>
          <a:ln w="9525">
            <a:noFill/>
            <a:miter lim="800000"/>
            <a:headEnd/>
            <a:tailEnd/>
          </a:ln>
        </p:spPr>
        <p:txBody>
          <a:bodyPr lIns="93689" tIns="46845" rIns="93689" bIns="46845" anchor="b"/>
          <a:lstStyle/>
          <a:p>
            <a:pPr algn="ctr" defTabSz="936625">
              <a:spcBef>
                <a:spcPct val="50000"/>
              </a:spcBef>
            </a:pPr>
            <a:r>
              <a:rPr lang="en-US" sz="1400" b="1" dirty="0">
                <a:latin typeface="Tahoma" pitchFamily="34" charset="0"/>
                <a:ea typeface="Tahoma" pitchFamily="34" charset="0"/>
                <a:cs typeface="Tahoma" pitchFamily="34" charset="0"/>
              </a:rPr>
              <a:t>KICT, IIUM</a:t>
            </a:r>
          </a:p>
        </p:txBody>
      </p:sp>
      <p:sp>
        <p:nvSpPr>
          <p:cNvPr id="10" name="Rectangle 54"/>
          <p:cNvSpPr>
            <a:spLocks noChangeAspect="1" noChangeArrowheads="1"/>
          </p:cNvSpPr>
          <p:nvPr/>
        </p:nvSpPr>
        <p:spPr bwMode="auto">
          <a:xfrm>
            <a:off x="1524000" y="6516364"/>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sp>
        <p:nvSpPr>
          <p:cNvPr id="11" name="Rectangle 54"/>
          <p:cNvSpPr>
            <a:spLocks noChangeAspect="1" noChangeArrowheads="1"/>
          </p:cNvSpPr>
          <p:nvPr/>
        </p:nvSpPr>
        <p:spPr bwMode="auto">
          <a:xfrm>
            <a:off x="1524000" y="938442"/>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pic>
        <p:nvPicPr>
          <p:cNvPr id="9217" name="Picture 1" descr="C:\Users\Hafiz\Desktop\images.jpg"/>
          <p:cNvPicPr>
            <a:picLocks noChangeAspect="1" noChangeArrowheads="1"/>
          </p:cNvPicPr>
          <p:nvPr/>
        </p:nvPicPr>
        <p:blipFill>
          <a:blip r:embed="rId3"/>
          <a:srcRect/>
          <a:stretch>
            <a:fillRect/>
          </a:stretch>
        </p:blipFill>
        <p:spPr bwMode="auto">
          <a:xfrm>
            <a:off x="9744076" y="2"/>
            <a:ext cx="923924" cy="923924"/>
          </a:xfrm>
          <a:prstGeom prst="rect">
            <a:avLst/>
          </a:prstGeom>
          <a:noFill/>
        </p:spPr>
      </p:pic>
      <p:sp>
        <p:nvSpPr>
          <p:cNvPr id="9" name="TextBox 8"/>
          <p:cNvSpPr txBox="1">
            <a:spLocks noChangeArrowheads="1"/>
          </p:cNvSpPr>
          <p:nvPr/>
        </p:nvSpPr>
        <p:spPr bwMode="auto">
          <a:xfrm>
            <a:off x="5419726" y="6553200"/>
            <a:ext cx="2047875" cy="304800"/>
          </a:xfrm>
          <a:prstGeom prst="rect">
            <a:avLst/>
          </a:prstGeom>
          <a:noFill/>
          <a:ln w="9525">
            <a:noFill/>
            <a:miter lim="800000"/>
            <a:headEnd/>
            <a:tailEnd/>
          </a:ln>
        </p:spPr>
        <p:txBody>
          <a:bodyPr lIns="93689" tIns="46845" rIns="93689" bIns="46845" anchor="b"/>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6625">
              <a:spcBef>
                <a:spcPct val="50000"/>
              </a:spcBef>
            </a:pPr>
            <a:r>
              <a:rPr lang="en-US" sz="1400" dirty="0">
                <a:latin typeface="Tahoma" pitchFamily="34" charset="0"/>
                <a:ea typeface="Tahoma" pitchFamily="34" charset="0"/>
                <a:cs typeface="Tahoma" pitchFamily="34" charset="0"/>
              </a:rPr>
              <a:t>Performance</a:t>
            </a:r>
          </a:p>
        </p:txBody>
      </p:sp>
      <p:sp>
        <p:nvSpPr>
          <p:cNvPr id="12" name="Rectangle 4"/>
          <p:cNvSpPr>
            <a:spLocks noChangeArrowheads="1"/>
          </p:cNvSpPr>
          <p:nvPr/>
        </p:nvSpPr>
        <p:spPr bwMode="auto">
          <a:xfrm>
            <a:off x="1905001" y="1828800"/>
            <a:ext cx="8329613" cy="196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050" tIns="26988" rIns="19050" bIns="26988"/>
          <a:lstStyle>
            <a:lvl1pPr defTabSz="904875" eaLnBrk="0" hangingPunct="0">
              <a:spcBef>
                <a:spcPct val="20000"/>
              </a:spcBef>
              <a:buClr>
                <a:schemeClr val="folHlink"/>
              </a:buClr>
              <a:buSzPct val="60000"/>
              <a:buFont typeface="Wingdings" pitchFamily="2" charset="2"/>
              <a:buChar char="n"/>
              <a:tabLst>
                <a:tab pos="904875" algn="dec"/>
                <a:tab pos="2879725" algn="dec"/>
                <a:tab pos="4638675" algn="dec"/>
                <a:tab pos="6223000" algn="dec"/>
                <a:tab pos="7694613" algn="dec"/>
              </a:tabLst>
              <a:defRPr sz="3200">
                <a:solidFill>
                  <a:schemeClr val="tx1"/>
                </a:solidFill>
                <a:latin typeface="Tahoma" pitchFamily="34" charset="0"/>
              </a:defRPr>
            </a:lvl1pPr>
            <a:lvl2pPr marL="742950" indent="-285750" defTabSz="904875" eaLnBrk="0" hangingPunct="0">
              <a:spcBef>
                <a:spcPct val="20000"/>
              </a:spcBef>
              <a:buClr>
                <a:schemeClr val="hlink"/>
              </a:buClr>
              <a:buSzPct val="55000"/>
              <a:buFont typeface="Wingdings" pitchFamily="2" charset="2"/>
              <a:buChar char="n"/>
              <a:tabLst>
                <a:tab pos="904875" algn="dec"/>
                <a:tab pos="2879725" algn="dec"/>
                <a:tab pos="4638675" algn="dec"/>
                <a:tab pos="6223000" algn="dec"/>
                <a:tab pos="7694613" algn="dec"/>
              </a:tabLst>
              <a:defRPr sz="2800">
                <a:solidFill>
                  <a:schemeClr val="tx1"/>
                </a:solidFill>
                <a:latin typeface="Tahoma" pitchFamily="34" charset="0"/>
              </a:defRPr>
            </a:lvl2pPr>
            <a:lvl3pPr marL="1143000" indent="-228600" defTabSz="904875" eaLnBrk="0" hangingPunct="0">
              <a:spcBef>
                <a:spcPct val="20000"/>
              </a:spcBef>
              <a:buClr>
                <a:schemeClr val="folHlink"/>
              </a:buClr>
              <a:buSzPct val="50000"/>
              <a:buFont typeface="Wingdings" pitchFamily="2" charset="2"/>
              <a:buChar char="n"/>
              <a:tabLst>
                <a:tab pos="904875" algn="dec"/>
                <a:tab pos="2879725" algn="dec"/>
                <a:tab pos="4638675" algn="dec"/>
                <a:tab pos="6223000" algn="dec"/>
                <a:tab pos="7694613" algn="dec"/>
              </a:tabLst>
              <a:defRPr sz="2400">
                <a:solidFill>
                  <a:schemeClr val="tx1"/>
                </a:solidFill>
                <a:latin typeface="Tahoma" pitchFamily="34" charset="0"/>
              </a:defRPr>
            </a:lvl3pPr>
            <a:lvl4pPr marL="1600200" indent="-228600" defTabSz="904875" eaLnBrk="0" hangingPunct="0">
              <a:spcBef>
                <a:spcPct val="20000"/>
              </a:spcBef>
              <a:buClr>
                <a:schemeClr val="accent2"/>
              </a:buClr>
              <a:buSzPct val="55000"/>
              <a:buFont typeface="Wingdings" pitchFamily="2" charset="2"/>
              <a:buChar char="n"/>
              <a:tabLst>
                <a:tab pos="904875" algn="dec"/>
                <a:tab pos="2879725" algn="dec"/>
                <a:tab pos="4638675" algn="dec"/>
                <a:tab pos="6223000" algn="dec"/>
                <a:tab pos="7694613" algn="dec"/>
              </a:tabLst>
              <a:defRPr sz="2000">
                <a:solidFill>
                  <a:schemeClr val="tx1"/>
                </a:solidFill>
                <a:latin typeface="Tahoma" pitchFamily="34" charset="0"/>
              </a:defRPr>
            </a:lvl4pPr>
            <a:lvl5pPr marL="2057400" indent="-228600" defTabSz="904875" eaLnBrk="0" hangingPunct="0">
              <a:spcBef>
                <a:spcPct val="20000"/>
              </a:spcBef>
              <a:buClr>
                <a:schemeClr val="accent1"/>
              </a:buClr>
              <a:buSzPct val="50000"/>
              <a:buFont typeface="Wingdings" pitchFamily="2" charset="2"/>
              <a:buChar char="n"/>
              <a:tabLst>
                <a:tab pos="904875" algn="dec"/>
                <a:tab pos="2879725" algn="dec"/>
                <a:tab pos="4638675" algn="dec"/>
                <a:tab pos="6223000" algn="dec"/>
                <a:tab pos="7694613" algn="dec"/>
              </a:tabLst>
              <a:defRPr sz="2000">
                <a:solidFill>
                  <a:schemeClr val="tx1"/>
                </a:solidFill>
                <a:latin typeface="Tahoma" pitchFamily="34" charset="0"/>
              </a:defRPr>
            </a:lvl5pPr>
            <a:lvl6pPr marL="2514600" indent="-228600" defTabSz="904875" eaLnBrk="0" fontAlgn="base" hangingPunct="0">
              <a:spcBef>
                <a:spcPct val="20000"/>
              </a:spcBef>
              <a:spcAft>
                <a:spcPct val="0"/>
              </a:spcAft>
              <a:buClr>
                <a:schemeClr val="accent1"/>
              </a:buClr>
              <a:buSzPct val="50000"/>
              <a:buFont typeface="Wingdings" pitchFamily="2" charset="2"/>
              <a:buChar char="n"/>
              <a:tabLst>
                <a:tab pos="904875" algn="dec"/>
                <a:tab pos="2879725" algn="dec"/>
                <a:tab pos="4638675" algn="dec"/>
                <a:tab pos="6223000" algn="dec"/>
                <a:tab pos="7694613" algn="dec"/>
              </a:tabLst>
              <a:defRPr sz="2000">
                <a:solidFill>
                  <a:schemeClr val="tx1"/>
                </a:solidFill>
                <a:latin typeface="Tahoma" pitchFamily="34" charset="0"/>
              </a:defRPr>
            </a:lvl6pPr>
            <a:lvl7pPr marL="2971800" indent="-228600" defTabSz="904875" eaLnBrk="0" fontAlgn="base" hangingPunct="0">
              <a:spcBef>
                <a:spcPct val="20000"/>
              </a:spcBef>
              <a:spcAft>
                <a:spcPct val="0"/>
              </a:spcAft>
              <a:buClr>
                <a:schemeClr val="accent1"/>
              </a:buClr>
              <a:buSzPct val="50000"/>
              <a:buFont typeface="Wingdings" pitchFamily="2" charset="2"/>
              <a:buChar char="n"/>
              <a:tabLst>
                <a:tab pos="904875" algn="dec"/>
                <a:tab pos="2879725" algn="dec"/>
                <a:tab pos="4638675" algn="dec"/>
                <a:tab pos="6223000" algn="dec"/>
                <a:tab pos="7694613" algn="dec"/>
              </a:tabLst>
              <a:defRPr sz="2000">
                <a:solidFill>
                  <a:schemeClr val="tx1"/>
                </a:solidFill>
                <a:latin typeface="Tahoma" pitchFamily="34" charset="0"/>
              </a:defRPr>
            </a:lvl7pPr>
            <a:lvl8pPr marL="3429000" indent="-228600" defTabSz="904875" eaLnBrk="0" fontAlgn="base" hangingPunct="0">
              <a:spcBef>
                <a:spcPct val="20000"/>
              </a:spcBef>
              <a:spcAft>
                <a:spcPct val="0"/>
              </a:spcAft>
              <a:buClr>
                <a:schemeClr val="accent1"/>
              </a:buClr>
              <a:buSzPct val="50000"/>
              <a:buFont typeface="Wingdings" pitchFamily="2" charset="2"/>
              <a:buChar char="n"/>
              <a:tabLst>
                <a:tab pos="904875" algn="dec"/>
                <a:tab pos="2879725" algn="dec"/>
                <a:tab pos="4638675" algn="dec"/>
                <a:tab pos="6223000" algn="dec"/>
                <a:tab pos="7694613" algn="dec"/>
              </a:tabLst>
              <a:defRPr sz="2000">
                <a:solidFill>
                  <a:schemeClr val="tx1"/>
                </a:solidFill>
                <a:latin typeface="Tahoma" pitchFamily="34" charset="0"/>
              </a:defRPr>
            </a:lvl8pPr>
            <a:lvl9pPr marL="3886200" indent="-228600" defTabSz="904875" eaLnBrk="0" fontAlgn="base" hangingPunct="0">
              <a:spcBef>
                <a:spcPct val="20000"/>
              </a:spcBef>
              <a:spcAft>
                <a:spcPct val="0"/>
              </a:spcAft>
              <a:buClr>
                <a:schemeClr val="accent1"/>
              </a:buClr>
              <a:buSzPct val="50000"/>
              <a:buFont typeface="Wingdings" pitchFamily="2" charset="2"/>
              <a:buChar char="n"/>
              <a:tabLst>
                <a:tab pos="904875" algn="dec"/>
                <a:tab pos="2879725" algn="dec"/>
                <a:tab pos="4638675" algn="dec"/>
                <a:tab pos="6223000" algn="dec"/>
                <a:tab pos="7694613" algn="dec"/>
              </a:tabLst>
              <a:defRPr sz="2000">
                <a:solidFill>
                  <a:schemeClr val="tx1"/>
                </a:solidFill>
                <a:latin typeface="Tahoma" pitchFamily="34" charset="0"/>
              </a:defRPr>
            </a:lvl9pPr>
          </a:lstStyle>
          <a:p>
            <a:pPr>
              <a:lnSpc>
                <a:spcPts val="2100"/>
              </a:lnSpc>
              <a:spcBef>
                <a:spcPct val="0"/>
              </a:spcBef>
              <a:buClrTx/>
              <a:buSzTx/>
              <a:buNone/>
            </a:pPr>
            <a:r>
              <a:rPr lang="en-US" altLang="en-US" sz="2400" b="1" u="sng" dirty="0">
                <a:solidFill>
                  <a:srgbClr val="000000"/>
                </a:solidFill>
                <a:latin typeface="Arial" charset="0"/>
              </a:rPr>
              <a:t>Airplane	               Passengers	     Range (mi)	     Speed  (mph)</a:t>
            </a:r>
          </a:p>
          <a:p>
            <a:pPr>
              <a:lnSpc>
                <a:spcPts val="2100"/>
              </a:lnSpc>
              <a:spcBef>
                <a:spcPct val="0"/>
              </a:spcBef>
              <a:buClrTx/>
              <a:buSzTx/>
              <a:buNone/>
            </a:pPr>
            <a:endParaRPr lang="en-US" altLang="en-US" sz="2400" b="1" u="sng" dirty="0">
              <a:solidFill>
                <a:srgbClr val="000000"/>
              </a:solidFill>
              <a:latin typeface="Arial" charset="0"/>
            </a:endParaRPr>
          </a:p>
          <a:p>
            <a:pPr>
              <a:lnSpc>
                <a:spcPts val="2100"/>
              </a:lnSpc>
              <a:spcBef>
                <a:spcPct val="0"/>
              </a:spcBef>
              <a:buClrTx/>
              <a:buSzTx/>
              <a:buNone/>
            </a:pPr>
            <a:r>
              <a:rPr lang="en-US" altLang="en-US" sz="2400" dirty="0">
                <a:solidFill>
                  <a:srgbClr val="000000"/>
                </a:solidFill>
                <a:latin typeface="Times New Roman" pitchFamily="18" charset="0"/>
              </a:rPr>
              <a:t>Boeing 737-100	               101	                   630	                      598	</a:t>
            </a:r>
          </a:p>
          <a:p>
            <a:pPr>
              <a:lnSpc>
                <a:spcPts val="2100"/>
              </a:lnSpc>
              <a:spcBef>
                <a:spcPct val="0"/>
              </a:spcBef>
              <a:buClrTx/>
              <a:buSzTx/>
              <a:buNone/>
            </a:pPr>
            <a:r>
              <a:rPr lang="en-US" altLang="en-US" sz="2400" dirty="0">
                <a:solidFill>
                  <a:srgbClr val="000000"/>
                </a:solidFill>
                <a:latin typeface="Times New Roman" pitchFamily="18" charset="0"/>
              </a:rPr>
              <a:t>Boeing 747	                      470	                 4150	                      610</a:t>
            </a:r>
          </a:p>
          <a:p>
            <a:pPr>
              <a:lnSpc>
                <a:spcPts val="2100"/>
              </a:lnSpc>
              <a:spcBef>
                <a:spcPct val="0"/>
              </a:spcBef>
              <a:buClrTx/>
              <a:buSzTx/>
              <a:buNone/>
            </a:pPr>
            <a:r>
              <a:rPr lang="en-US" altLang="en-US" sz="2400" dirty="0">
                <a:solidFill>
                  <a:srgbClr val="000000"/>
                </a:solidFill>
                <a:latin typeface="Times New Roman" pitchFamily="18" charset="0"/>
              </a:rPr>
              <a:t>BAC/</a:t>
            </a:r>
            <a:r>
              <a:rPr lang="en-US" altLang="en-US" sz="2400" dirty="0" err="1">
                <a:solidFill>
                  <a:srgbClr val="000000"/>
                </a:solidFill>
                <a:latin typeface="Times New Roman" pitchFamily="18" charset="0"/>
              </a:rPr>
              <a:t>Sud</a:t>
            </a:r>
            <a:r>
              <a:rPr lang="en-US" altLang="en-US" sz="2400" dirty="0">
                <a:solidFill>
                  <a:srgbClr val="000000"/>
                </a:solidFill>
                <a:latin typeface="Times New Roman" pitchFamily="18" charset="0"/>
              </a:rPr>
              <a:t> Concorde	         132	                4000	                    1350</a:t>
            </a:r>
          </a:p>
          <a:p>
            <a:pPr>
              <a:lnSpc>
                <a:spcPts val="2100"/>
              </a:lnSpc>
              <a:spcBef>
                <a:spcPct val="0"/>
              </a:spcBef>
              <a:buClrTx/>
              <a:buSzTx/>
              <a:buNone/>
            </a:pPr>
            <a:r>
              <a:rPr lang="en-US" altLang="en-US" sz="2400" dirty="0">
                <a:solidFill>
                  <a:srgbClr val="000000"/>
                </a:solidFill>
                <a:latin typeface="Times New Roman" pitchFamily="18" charset="0"/>
              </a:rPr>
              <a:t>Douglas DC-8-50	            146	                 8720	                     544	</a:t>
            </a:r>
            <a:endParaRPr lang="en-US" altLang="en-US" sz="2400" b="1" u="sng" dirty="0">
              <a:solidFill>
                <a:srgbClr val="000000"/>
              </a:solidFill>
              <a:latin typeface="Arial" charset="0"/>
            </a:endParaRPr>
          </a:p>
          <a:p>
            <a:pPr eaLnBrk="1" hangingPunct="1">
              <a:lnSpc>
                <a:spcPts val="2100"/>
              </a:lnSpc>
              <a:spcBef>
                <a:spcPct val="0"/>
              </a:spcBef>
              <a:buClrTx/>
              <a:buSzTx/>
              <a:buNone/>
            </a:pPr>
            <a:endParaRPr lang="en-US" altLang="en-US" sz="2400" b="1" u="sng" dirty="0">
              <a:solidFill>
                <a:srgbClr val="000000"/>
              </a:solidFill>
              <a:latin typeface="Arial" charset="0"/>
            </a:endParaRPr>
          </a:p>
        </p:txBody>
      </p:sp>
      <p:sp>
        <p:nvSpPr>
          <p:cNvPr id="14" name="Rectangle 5"/>
          <p:cNvSpPr txBox="1">
            <a:spLocks noChangeArrowheads="1"/>
          </p:cNvSpPr>
          <p:nvPr/>
        </p:nvSpPr>
        <p:spPr>
          <a:xfrm>
            <a:off x="1981200" y="4191000"/>
            <a:ext cx="8001000" cy="660400"/>
          </a:xfrm>
          <a:prstGeom prst="rect">
            <a:avLst/>
          </a:prstGeom>
          <a:noFill/>
          <a:extLst>
            <a:ext uri="{91240B29-F687-4F45-9708-019B960494DF}">
              <a14:hiddenLine xmlns:a14="http://schemas.microsoft.com/office/drawing/2010/main" w="12700">
                <a:solidFill>
                  <a:schemeClr val="tx1"/>
                </a:solidFill>
                <a:miter lim="800000"/>
                <a:headEnd/>
                <a:tailEnd/>
              </a14:hiddenLine>
            </a:ext>
          </a:extLst>
        </p:spPr>
        <p:txBody>
          <a:bodyPr vert="horz" wrap="none" lIns="19050" tIns="26988" rIns="19050" bIns="26988">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114300" indent="0">
              <a:lnSpc>
                <a:spcPct val="90000"/>
              </a:lnSpc>
              <a:tabLst>
                <a:tab pos="457200" algn="l"/>
                <a:tab pos="914400" algn="l"/>
                <a:tab pos="1371600" algn="l"/>
              </a:tabLst>
            </a:pPr>
            <a:r>
              <a:rPr lang="en-US" altLang="en-US" sz="2400" dirty="0"/>
              <a:t> </a:t>
            </a:r>
            <a:r>
              <a:rPr lang="en-US" altLang="en-US" sz="2400" dirty="0">
                <a:solidFill>
                  <a:srgbClr val="000000"/>
                </a:solidFill>
              </a:rPr>
              <a:t>How much faster is the Concorde compared to the 747?</a:t>
            </a:r>
          </a:p>
          <a:p>
            <a:pPr marL="114300" indent="0">
              <a:lnSpc>
                <a:spcPct val="90000"/>
              </a:lnSpc>
              <a:tabLst>
                <a:tab pos="457200" algn="l"/>
                <a:tab pos="914400" algn="l"/>
                <a:tab pos="1371600" algn="l"/>
              </a:tabLst>
            </a:pPr>
            <a:r>
              <a:rPr lang="en-US" altLang="en-US" sz="2400" dirty="0">
                <a:solidFill>
                  <a:srgbClr val="000000"/>
                </a:solidFill>
              </a:rPr>
              <a:t> How much bigger is the Boeing 747 than the Douglas DC-8?</a:t>
            </a:r>
          </a:p>
          <a:p>
            <a:pPr marL="114300" indent="0">
              <a:lnSpc>
                <a:spcPct val="90000"/>
              </a:lnSpc>
              <a:tabLst>
                <a:tab pos="457200" algn="l"/>
                <a:tab pos="914400" algn="l"/>
                <a:tab pos="1371600" algn="l"/>
              </a:tabLst>
            </a:pPr>
            <a:endParaRPr lang="en-US" altLang="en-US" sz="2400" dirty="0">
              <a:solidFill>
                <a:srgbClr val="000000"/>
              </a:solidFill>
            </a:endParaRPr>
          </a:p>
          <a:p>
            <a:pPr marL="114300" indent="0">
              <a:lnSpc>
                <a:spcPct val="90000"/>
              </a:lnSpc>
              <a:tabLst>
                <a:tab pos="457200" algn="l"/>
                <a:tab pos="914400" algn="l"/>
                <a:tab pos="1371600" algn="l"/>
              </a:tabLst>
            </a:pPr>
            <a:r>
              <a:rPr lang="en-US" altLang="en-US" sz="2400" dirty="0">
                <a:solidFill>
                  <a:srgbClr val="000000"/>
                </a:solidFill>
              </a:rPr>
              <a:t> </a:t>
            </a:r>
            <a:r>
              <a:rPr lang="en-US" altLang="en-US" sz="2400" i="1" dirty="0">
                <a:solidFill>
                  <a:srgbClr val="000000"/>
                </a:solidFill>
                <a:latin typeface="Times New Roman" pitchFamily="18" charset="0"/>
              </a:rPr>
              <a:t>So which of these airplanes has the best performance?!</a:t>
            </a:r>
          </a:p>
        </p:txBody>
      </p:sp>
    </p:spTree>
    <p:extLst>
      <p:ext uri="{BB962C8B-B14F-4D97-AF65-F5344CB8AC3E}">
        <p14:creationId xmlns:p14="http://schemas.microsoft.com/office/powerpoint/2010/main" val="1621790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362200" y="95250"/>
            <a:ext cx="7010400" cy="762000"/>
          </a:xfrm>
        </p:spPr>
        <p:txBody>
          <a:bodyPr>
            <a:normAutofit/>
          </a:bodyPr>
          <a:lstStyle/>
          <a:p>
            <a:r>
              <a:rPr lang="en-US" sz="4000" b="1" dirty="0">
                <a:solidFill>
                  <a:srgbClr val="FF0000"/>
                </a:solidFill>
                <a:latin typeface="Times New Roman" pitchFamily="18" charset="0"/>
              </a:rPr>
              <a:t>Computer Performance</a:t>
            </a:r>
          </a:p>
        </p:txBody>
      </p:sp>
      <p:sp>
        <p:nvSpPr>
          <p:cNvPr id="10244" name="Rectangle 5"/>
          <p:cNvSpPr txBox="1">
            <a:spLocks noChangeArrowheads="1"/>
          </p:cNvSpPr>
          <p:nvPr/>
        </p:nvSpPr>
        <p:spPr bwMode="auto">
          <a:xfrm>
            <a:off x="7381876" y="6400800"/>
            <a:ext cx="3000375" cy="506412"/>
          </a:xfrm>
          <a:prstGeom prst="rect">
            <a:avLst/>
          </a:prstGeom>
          <a:noFill/>
          <a:ln w="9525">
            <a:noFill/>
            <a:miter lim="800000"/>
            <a:headEnd/>
            <a:tailEnd/>
          </a:ln>
        </p:spPr>
        <p:txBody>
          <a:bodyPr lIns="93689" tIns="46845" rIns="93689" bIns="46845" anchor="b"/>
          <a:lstStyle/>
          <a:p>
            <a:pPr algn="r" defTabSz="936625">
              <a:spcBef>
                <a:spcPct val="50000"/>
              </a:spcBef>
            </a:pPr>
            <a:fld id="{18C4929D-9D61-4CCC-A3C6-7AE64422244C}" type="slidenum">
              <a:rPr lang="en-US" sz="1600">
                <a:latin typeface="Tahoma" pitchFamily="34" charset="0"/>
                <a:ea typeface="Tahoma" pitchFamily="34" charset="0"/>
                <a:cs typeface="Tahoma" pitchFamily="34" charset="0"/>
              </a:rPr>
              <a:pPr algn="r" defTabSz="936625">
                <a:spcBef>
                  <a:spcPct val="50000"/>
                </a:spcBef>
              </a:pPr>
              <a:t>23</a:t>
            </a:fld>
            <a:endParaRPr lang="en-US" sz="1600" dirty="0">
              <a:latin typeface="Tahoma" pitchFamily="34" charset="0"/>
              <a:ea typeface="Tahoma" pitchFamily="34" charset="0"/>
              <a:cs typeface="Tahoma" pitchFamily="34" charset="0"/>
            </a:endParaRPr>
          </a:p>
        </p:txBody>
      </p:sp>
      <p:sp>
        <p:nvSpPr>
          <p:cNvPr id="8" name="Rectangle 5"/>
          <p:cNvSpPr txBox="1">
            <a:spLocks noChangeArrowheads="1"/>
          </p:cNvSpPr>
          <p:nvPr/>
        </p:nvSpPr>
        <p:spPr bwMode="auto">
          <a:xfrm>
            <a:off x="1524000" y="6579704"/>
            <a:ext cx="1752600" cy="304800"/>
          </a:xfrm>
          <a:prstGeom prst="rect">
            <a:avLst/>
          </a:prstGeom>
          <a:noFill/>
          <a:ln w="9525">
            <a:noFill/>
            <a:miter lim="800000"/>
            <a:headEnd/>
            <a:tailEnd/>
          </a:ln>
        </p:spPr>
        <p:txBody>
          <a:bodyPr lIns="93689" tIns="46845" rIns="93689" bIns="46845" anchor="b"/>
          <a:lstStyle/>
          <a:p>
            <a:pPr algn="ctr" defTabSz="936625">
              <a:spcBef>
                <a:spcPct val="50000"/>
              </a:spcBef>
            </a:pPr>
            <a:r>
              <a:rPr lang="en-US" sz="1400" b="1" dirty="0">
                <a:latin typeface="Tahoma" pitchFamily="34" charset="0"/>
                <a:ea typeface="Tahoma" pitchFamily="34" charset="0"/>
                <a:cs typeface="Tahoma" pitchFamily="34" charset="0"/>
              </a:rPr>
              <a:t>KICT, IIUM</a:t>
            </a:r>
          </a:p>
        </p:txBody>
      </p:sp>
      <p:sp>
        <p:nvSpPr>
          <p:cNvPr id="10" name="Rectangle 54"/>
          <p:cNvSpPr>
            <a:spLocks noChangeAspect="1" noChangeArrowheads="1"/>
          </p:cNvSpPr>
          <p:nvPr/>
        </p:nvSpPr>
        <p:spPr bwMode="auto">
          <a:xfrm>
            <a:off x="1524000" y="6516364"/>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sp>
        <p:nvSpPr>
          <p:cNvPr id="11" name="Rectangle 54"/>
          <p:cNvSpPr>
            <a:spLocks noChangeAspect="1" noChangeArrowheads="1"/>
          </p:cNvSpPr>
          <p:nvPr/>
        </p:nvSpPr>
        <p:spPr bwMode="auto">
          <a:xfrm>
            <a:off x="1524000" y="938442"/>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pic>
        <p:nvPicPr>
          <p:cNvPr id="9217" name="Picture 1" descr="C:\Users\Hafiz\Desktop\images.jpg"/>
          <p:cNvPicPr>
            <a:picLocks noChangeAspect="1" noChangeArrowheads="1"/>
          </p:cNvPicPr>
          <p:nvPr/>
        </p:nvPicPr>
        <p:blipFill>
          <a:blip r:embed="rId3"/>
          <a:srcRect/>
          <a:stretch>
            <a:fillRect/>
          </a:stretch>
        </p:blipFill>
        <p:spPr bwMode="auto">
          <a:xfrm>
            <a:off x="9744076" y="2"/>
            <a:ext cx="923924" cy="923924"/>
          </a:xfrm>
          <a:prstGeom prst="rect">
            <a:avLst/>
          </a:prstGeom>
          <a:noFill/>
        </p:spPr>
      </p:pic>
      <p:sp>
        <p:nvSpPr>
          <p:cNvPr id="9" name="TextBox 8"/>
          <p:cNvSpPr txBox="1">
            <a:spLocks noChangeArrowheads="1"/>
          </p:cNvSpPr>
          <p:nvPr/>
        </p:nvSpPr>
        <p:spPr bwMode="auto">
          <a:xfrm>
            <a:off x="5419726" y="6553200"/>
            <a:ext cx="2047875" cy="304800"/>
          </a:xfrm>
          <a:prstGeom prst="rect">
            <a:avLst/>
          </a:prstGeom>
          <a:noFill/>
          <a:ln w="9525">
            <a:noFill/>
            <a:miter lim="800000"/>
            <a:headEnd/>
            <a:tailEnd/>
          </a:ln>
        </p:spPr>
        <p:txBody>
          <a:bodyPr lIns="93689" tIns="46845" rIns="93689" bIns="46845" anchor="b"/>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6625">
              <a:spcBef>
                <a:spcPct val="50000"/>
              </a:spcBef>
            </a:pPr>
            <a:r>
              <a:rPr lang="en-US" sz="1400" dirty="0">
                <a:latin typeface="Tahoma" pitchFamily="34" charset="0"/>
                <a:ea typeface="Tahoma" pitchFamily="34" charset="0"/>
                <a:cs typeface="Tahoma" pitchFamily="34" charset="0"/>
              </a:rPr>
              <a:t>Performance</a:t>
            </a:r>
          </a:p>
        </p:txBody>
      </p:sp>
      <p:sp>
        <p:nvSpPr>
          <p:cNvPr id="12" name="Rectangle 3"/>
          <p:cNvSpPr txBox="1">
            <a:spLocks noChangeArrowheads="1"/>
          </p:cNvSpPr>
          <p:nvPr/>
        </p:nvSpPr>
        <p:spPr>
          <a:xfrm>
            <a:off x="1600200" y="1173480"/>
            <a:ext cx="9067800" cy="4770120"/>
          </a:xfrm>
          <a:prstGeom prst="rect">
            <a:avLst/>
          </a:prstGeo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10000"/>
              </a:lnSpc>
              <a:spcBef>
                <a:spcPts val="0"/>
              </a:spcBef>
            </a:pPr>
            <a:r>
              <a:rPr lang="en-US" altLang="en-US" sz="2800" i="1" dirty="0"/>
              <a:t>Response Time</a:t>
            </a:r>
            <a:r>
              <a:rPr lang="en-US" altLang="en-US" sz="2800" dirty="0"/>
              <a:t> (</a:t>
            </a:r>
            <a:r>
              <a:rPr lang="en-US" altLang="en-US" sz="2800" i="1" dirty="0"/>
              <a:t>elapsed time</a:t>
            </a:r>
            <a:r>
              <a:rPr lang="en-US" altLang="en-US" sz="2800" dirty="0"/>
              <a:t>, </a:t>
            </a:r>
            <a:r>
              <a:rPr lang="en-US" altLang="en-US" sz="2800" i="1" dirty="0"/>
              <a:t>latency</a:t>
            </a:r>
            <a:r>
              <a:rPr lang="en-US" altLang="en-US" sz="2800" dirty="0"/>
              <a:t>):</a:t>
            </a:r>
          </a:p>
          <a:p>
            <a:pPr lvl="1">
              <a:lnSpc>
                <a:spcPct val="110000"/>
              </a:lnSpc>
              <a:spcBef>
                <a:spcPts val="0"/>
              </a:spcBef>
            </a:pPr>
            <a:r>
              <a:rPr lang="en-US" altLang="en-US" dirty="0"/>
              <a:t>how long does it take for </a:t>
            </a:r>
            <a:r>
              <a:rPr lang="en-US" altLang="en-US" i="1" dirty="0"/>
              <a:t>my</a:t>
            </a:r>
            <a:r>
              <a:rPr lang="en-US" altLang="en-US" dirty="0"/>
              <a:t> job to run?</a:t>
            </a:r>
          </a:p>
          <a:p>
            <a:pPr lvl="1">
              <a:lnSpc>
                <a:spcPct val="110000"/>
              </a:lnSpc>
              <a:spcBef>
                <a:spcPts val="0"/>
              </a:spcBef>
            </a:pPr>
            <a:r>
              <a:rPr lang="en-US" altLang="en-US" dirty="0"/>
              <a:t>how long does it take to execute (start to finish)</a:t>
            </a:r>
            <a:r>
              <a:rPr lang="en-US" altLang="en-US" i="1" dirty="0"/>
              <a:t> my</a:t>
            </a:r>
            <a:r>
              <a:rPr lang="en-US" altLang="en-US" dirty="0"/>
              <a:t> job?</a:t>
            </a:r>
          </a:p>
          <a:p>
            <a:pPr lvl="1">
              <a:lnSpc>
                <a:spcPct val="110000"/>
              </a:lnSpc>
              <a:spcBef>
                <a:spcPts val="0"/>
              </a:spcBef>
            </a:pPr>
            <a:r>
              <a:rPr lang="en-US" altLang="en-US" dirty="0"/>
              <a:t>how long do </a:t>
            </a:r>
            <a:r>
              <a:rPr lang="en-US" altLang="en-US" i="1" dirty="0"/>
              <a:t>I</a:t>
            </a:r>
            <a:r>
              <a:rPr lang="en-US" altLang="en-US" dirty="0"/>
              <a:t> need to wait for the database query?</a:t>
            </a:r>
          </a:p>
          <a:p>
            <a:pPr>
              <a:lnSpc>
                <a:spcPct val="110000"/>
              </a:lnSpc>
              <a:spcBef>
                <a:spcPts val="0"/>
              </a:spcBef>
            </a:pPr>
            <a:r>
              <a:rPr lang="en-US" altLang="en-US" sz="2800" i="1" dirty="0"/>
              <a:t>Throughput</a:t>
            </a:r>
            <a:r>
              <a:rPr lang="en-US" altLang="en-US" sz="2800" dirty="0"/>
              <a:t>:</a:t>
            </a:r>
          </a:p>
          <a:p>
            <a:pPr lvl="1">
              <a:lnSpc>
                <a:spcPct val="110000"/>
              </a:lnSpc>
              <a:spcBef>
                <a:spcPts val="0"/>
              </a:spcBef>
            </a:pPr>
            <a:r>
              <a:rPr lang="en-US" altLang="en-US" dirty="0"/>
              <a:t>how </a:t>
            </a:r>
            <a:r>
              <a:rPr lang="en-US" altLang="en-US" i="1" dirty="0"/>
              <a:t>many</a:t>
            </a:r>
            <a:r>
              <a:rPr lang="en-US" altLang="en-US" dirty="0"/>
              <a:t> jobs can the machine run at once?</a:t>
            </a:r>
          </a:p>
          <a:p>
            <a:pPr lvl="1">
              <a:lnSpc>
                <a:spcPct val="110000"/>
              </a:lnSpc>
              <a:spcBef>
                <a:spcPts val="0"/>
              </a:spcBef>
            </a:pPr>
            <a:r>
              <a:rPr lang="en-US" altLang="en-US" dirty="0"/>
              <a:t>what is the </a:t>
            </a:r>
            <a:r>
              <a:rPr lang="en-US" altLang="en-US" i="1" dirty="0"/>
              <a:t>average</a:t>
            </a:r>
            <a:r>
              <a:rPr lang="en-US" altLang="en-US" dirty="0"/>
              <a:t> execution rate?</a:t>
            </a:r>
          </a:p>
          <a:p>
            <a:pPr lvl="1">
              <a:lnSpc>
                <a:spcPct val="110000"/>
              </a:lnSpc>
              <a:spcBef>
                <a:spcPts val="0"/>
              </a:spcBef>
            </a:pPr>
            <a:r>
              <a:rPr lang="en-US" altLang="en-US" dirty="0"/>
              <a:t>how </a:t>
            </a:r>
            <a:r>
              <a:rPr lang="en-US" altLang="en-US" i="1" dirty="0"/>
              <a:t>much</a:t>
            </a:r>
            <a:r>
              <a:rPr lang="en-US" altLang="en-US" dirty="0"/>
              <a:t> work is getting done?</a:t>
            </a:r>
          </a:p>
          <a:p>
            <a:pPr lvl="1">
              <a:lnSpc>
                <a:spcPct val="110000"/>
              </a:lnSpc>
              <a:spcBef>
                <a:spcPts val="0"/>
              </a:spcBef>
            </a:pPr>
            <a:endParaRPr lang="en-US" altLang="en-US" sz="1800" i="1" dirty="0">
              <a:latin typeface="Times New Roman" pitchFamily="18" charset="0"/>
            </a:endParaRPr>
          </a:p>
          <a:p>
            <a:pPr>
              <a:lnSpc>
                <a:spcPct val="110000"/>
              </a:lnSpc>
              <a:spcBef>
                <a:spcPts val="0"/>
              </a:spcBef>
            </a:pPr>
            <a:r>
              <a:rPr lang="en-US" altLang="en-US" sz="2800" dirty="0">
                <a:latin typeface="Times New Roman" pitchFamily="18" charset="0"/>
              </a:rPr>
              <a:t>If we upgrade a machine with a new processor what do we increase?</a:t>
            </a:r>
          </a:p>
          <a:p>
            <a:pPr>
              <a:lnSpc>
                <a:spcPct val="110000"/>
              </a:lnSpc>
              <a:spcBef>
                <a:spcPts val="0"/>
              </a:spcBef>
            </a:pPr>
            <a:r>
              <a:rPr lang="en-US" altLang="en-US" sz="2800" dirty="0">
                <a:latin typeface="Times New Roman" pitchFamily="18" charset="0"/>
              </a:rPr>
              <a:t>If we add a new machine to the lab what do we increase?</a:t>
            </a:r>
          </a:p>
        </p:txBody>
      </p:sp>
    </p:spTree>
    <p:extLst>
      <p:ext uri="{BB962C8B-B14F-4D97-AF65-F5344CB8AC3E}">
        <p14:creationId xmlns:p14="http://schemas.microsoft.com/office/powerpoint/2010/main" val="4052188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362200" y="95250"/>
            <a:ext cx="7010400" cy="762000"/>
          </a:xfrm>
        </p:spPr>
        <p:txBody>
          <a:bodyPr>
            <a:normAutofit/>
          </a:bodyPr>
          <a:lstStyle/>
          <a:p>
            <a:r>
              <a:rPr lang="en-US" sz="4000" b="1" dirty="0">
                <a:solidFill>
                  <a:srgbClr val="FF0000"/>
                </a:solidFill>
                <a:latin typeface="Times New Roman" pitchFamily="18" charset="0"/>
              </a:rPr>
              <a:t>Execution Time</a:t>
            </a:r>
          </a:p>
        </p:txBody>
      </p:sp>
      <p:sp>
        <p:nvSpPr>
          <p:cNvPr id="10244" name="Rectangle 5"/>
          <p:cNvSpPr txBox="1">
            <a:spLocks noChangeArrowheads="1"/>
          </p:cNvSpPr>
          <p:nvPr/>
        </p:nvSpPr>
        <p:spPr bwMode="auto">
          <a:xfrm>
            <a:off x="7381876" y="6400800"/>
            <a:ext cx="3000375" cy="506412"/>
          </a:xfrm>
          <a:prstGeom prst="rect">
            <a:avLst/>
          </a:prstGeom>
          <a:noFill/>
          <a:ln w="9525">
            <a:noFill/>
            <a:miter lim="800000"/>
            <a:headEnd/>
            <a:tailEnd/>
          </a:ln>
        </p:spPr>
        <p:txBody>
          <a:bodyPr lIns="93689" tIns="46845" rIns="93689" bIns="46845" anchor="b"/>
          <a:lstStyle/>
          <a:p>
            <a:pPr algn="r" defTabSz="936625">
              <a:spcBef>
                <a:spcPct val="50000"/>
              </a:spcBef>
            </a:pPr>
            <a:fld id="{18C4929D-9D61-4CCC-A3C6-7AE64422244C}" type="slidenum">
              <a:rPr lang="en-US" sz="1600">
                <a:latin typeface="Tahoma" pitchFamily="34" charset="0"/>
                <a:ea typeface="Tahoma" pitchFamily="34" charset="0"/>
                <a:cs typeface="Tahoma" pitchFamily="34" charset="0"/>
              </a:rPr>
              <a:pPr algn="r" defTabSz="936625">
                <a:spcBef>
                  <a:spcPct val="50000"/>
                </a:spcBef>
              </a:pPr>
              <a:t>24</a:t>
            </a:fld>
            <a:endParaRPr lang="en-US" sz="1600" dirty="0">
              <a:latin typeface="Tahoma" pitchFamily="34" charset="0"/>
              <a:ea typeface="Tahoma" pitchFamily="34" charset="0"/>
              <a:cs typeface="Tahoma" pitchFamily="34" charset="0"/>
            </a:endParaRPr>
          </a:p>
        </p:txBody>
      </p:sp>
      <p:sp>
        <p:nvSpPr>
          <p:cNvPr id="8" name="Rectangle 5"/>
          <p:cNvSpPr txBox="1">
            <a:spLocks noChangeArrowheads="1"/>
          </p:cNvSpPr>
          <p:nvPr/>
        </p:nvSpPr>
        <p:spPr bwMode="auto">
          <a:xfrm>
            <a:off x="1524000" y="6579704"/>
            <a:ext cx="1752600" cy="304800"/>
          </a:xfrm>
          <a:prstGeom prst="rect">
            <a:avLst/>
          </a:prstGeom>
          <a:noFill/>
          <a:ln w="9525">
            <a:noFill/>
            <a:miter lim="800000"/>
            <a:headEnd/>
            <a:tailEnd/>
          </a:ln>
        </p:spPr>
        <p:txBody>
          <a:bodyPr lIns="93689" tIns="46845" rIns="93689" bIns="46845" anchor="b"/>
          <a:lstStyle/>
          <a:p>
            <a:pPr algn="ctr" defTabSz="936625">
              <a:spcBef>
                <a:spcPct val="50000"/>
              </a:spcBef>
            </a:pPr>
            <a:r>
              <a:rPr lang="en-US" sz="1400" b="1" dirty="0">
                <a:latin typeface="Tahoma" pitchFamily="34" charset="0"/>
                <a:ea typeface="Tahoma" pitchFamily="34" charset="0"/>
                <a:cs typeface="Tahoma" pitchFamily="34" charset="0"/>
              </a:rPr>
              <a:t>KICT, IIUM</a:t>
            </a:r>
          </a:p>
        </p:txBody>
      </p:sp>
      <p:sp>
        <p:nvSpPr>
          <p:cNvPr id="10" name="Rectangle 54"/>
          <p:cNvSpPr>
            <a:spLocks noChangeAspect="1" noChangeArrowheads="1"/>
          </p:cNvSpPr>
          <p:nvPr/>
        </p:nvSpPr>
        <p:spPr bwMode="auto">
          <a:xfrm>
            <a:off x="1524000" y="6516364"/>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sp>
        <p:nvSpPr>
          <p:cNvPr id="11" name="Rectangle 54"/>
          <p:cNvSpPr>
            <a:spLocks noChangeAspect="1" noChangeArrowheads="1"/>
          </p:cNvSpPr>
          <p:nvPr/>
        </p:nvSpPr>
        <p:spPr bwMode="auto">
          <a:xfrm>
            <a:off x="1524000" y="938442"/>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pic>
        <p:nvPicPr>
          <p:cNvPr id="9217" name="Picture 1" descr="C:\Users\Hafiz\Desktop\images.jpg"/>
          <p:cNvPicPr>
            <a:picLocks noChangeAspect="1" noChangeArrowheads="1"/>
          </p:cNvPicPr>
          <p:nvPr/>
        </p:nvPicPr>
        <p:blipFill>
          <a:blip r:embed="rId3"/>
          <a:srcRect/>
          <a:stretch>
            <a:fillRect/>
          </a:stretch>
        </p:blipFill>
        <p:spPr bwMode="auto">
          <a:xfrm>
            <a:off x="9744076" y="2"/>
            <a:ext cx="923924" cy="923924"/>
          </a:xfrm>
          <a:prstGeom prst="rect">
            <a:avLst/>
          </a:prstGeom>
          <a:noFill/>
        </p:spPr>
      </p:pic>
      <p:sp>
        <p:nvSpPr>
          <p:cNvPr id="9" name="TextBox 8"/>
          <p:cNvSpPr txBox="1">
            <a:spLocks noChangeArrowheads="1"/>
          </p:cNvSpPr>
          <p:nvPr/>
        </p:nvSpPr>
        <p:spPr bwMode="auto">
          <a:xfrm>
            <a:off x="5419726" y="6553200"/>
            <a:ext cx="2047875" cy="304800"/>
          </a:xfrm>
          <a:prstGeom prst="rect">
            <a:avLst/>
          </a:prstGeom>
          <a:noFill/>
          <a:ln w="9525">
            <a:noFill/>
            <a:miter lim="800000"/>
            <a:headEnd/>
            <a:tailEnd/>
          </a:ln>
        </p:spPr>
        <p:txBody>
          <a:bodyPr lIns="93689" tIns="46845" rIns="93689" bIns="46845" anchor="b"/>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6625">
              <a:spcBef>
                <a:spcPct val="50000"/>
              </a:spcBef>
            </a:pPr>
            <a:r>
              <a:rPr lang="en-US" sz="1400" dirty="0">
                <a:latin typeface="Tahoma" pitchFamily="34" charset="0"/>
                <a:ea typeface="Tahoma" pitchFamily="34" charset="0"/>
                <a:cs typeface="Tahoma" pitchFamily="34" charset="0"/>
              </a:rPr>
              <a:t>Performance</a:t>
            </a:r>
          </a:p>
        </p:txBody>
      </p:sp>
      <p:sp>
        <p:nvSpPr>
          <p:cNvPr id="12" name="Rectangle 3"/>
          <p:cNvSpPr txBox="1">
            <a:spLocks noChangeArrowheads="1"/>
          </p:cNvSpPr>
          <p:nvPr/>
        </p:nvSpPr>
        <p:spPr>
          <a:xfrm>
            <a:off x="1600200" y="1143000"/>
            <a:ext cx="8991600" cy="4114800"/>
          </a:xfrm>
          <a:prstGeom prst="rect">
            <a:avLst/>
          </a:prstGeo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90000"/>
              </a:lnSpc>
            </a:pPr>
            <a:r>
              <a:rPr lang="en-US" altLang="en-US" sz="2800" dirty="0">
                <a:latin typeface="Times New Roman" panose="02020603050405020304" pitchFamily="18" charset="0"/>
                <a:cs typeface="Times New Roman" panose="02020603050405020304" pitchFamily="18" charset="0"/>
              </a:rPr>
              <a:t>Elapsed Time</a:t>
            </a:r>
          </a:p>
          <a:p>
            <a:pPr lvl="1">
              <a:lnSpc>
                <a:spcPct val="90000"/>
              </a:lnSpc>
            </a:pPr>
            <a:r>
              <a:rPr lang="en-US" altLang="en-US" dirty="0">
                <a:latin typeface="Times New Roman" panose="02020603050405020304" pitchFamily="18" charset="0"/>
                <a:cs typeface="Times New Roman" panose="02020603050405020304" pitchFamily="18" charset="0"/>
              </a:rPr>
              <a:t>counts everything (</a:t>
            </a:r>
            <a:r>
              <a:rPr lang="en-US" altLang="en-US" i="1" dirty="0">
                <a:latin typeface="Times New Roman" panose="02020603050405020304" pitchFamily="18" charset="0"/>
                <a:cs typeface="Times New Roman" panose="02020603050405020304" pitchFamily="18" charset="0"/>
              </a:rPr>
              <a:t>disk and memory accesses, waiting for I/O, running other programs, etc.</a:t>
            </a:r>
            <a:r>
              <a:rPr lang="en-US" altLang="en-US" dirty="0">
                <a:latin typeface="Times New Roman" panose="02020603050405020304" pitchFamily="18" charset="0"/>
                <a:cs typeface="Times New Roman" panose="02020603050405020304" pitchFamily="18" charset="0"/>
              </a:rPr>
              <a:t>) from start to finish</a:t>
            </a:r>
          </a:p>
          <a:p>
            <a:pPr lvl="1">
              <a:lnSpc>
                <a:spcPct val="90000"/>
              </a:lnSpc>
            </a:pPr>
            <a:r>
              <a:rPr lang="en-US" altLang="en-US" dirty="0">
                <a:latin typeface="Times New Roman" panose="02020603050405020304" pitchFamily="18" charset="0"/>
                <a:cs typeface="Times New Roman" panose="02020603050405020304" pitchFamily="18" charset="0"/>
              </a:rPr>
              <a:t>elapsed time = CPU time + wait time (I/O, other programs, etc.)</a:t>
            </a:r>
            <a:r>
              <a:rPr lang="en-US" altLang="en-US" sz="800" dirty="0">
                <a:latin typeface="Times New Roman" panose="02020603050405020304" pitchFamily="18" charset="0"/>
                <a:cs typeface="Times New Roman" panose="02020603050405020304" pitchFamily="18" charset="0"/>
              </a:rPr>
              <a:t>		</a:t>
            </a:r>
          </a:p>
          <a:p>
            <a:pPr>
              <a:lnSpc>
                <a:spcPct val="90000"/>
              </a:lnSpc>
            </a:pPr>
            <a:r>
              <a:rPr lang="en-US" altLang="en-US" sz="2800" dirty="0">
                <a:latin typeface="Times New Roman" panose="02020603050405020304" pitchFamily="18" charset="0"/>
                <a:cs typeface="Times New Roman" panose="02020603050405020304" pitchFamily="18" charset="0"/>
              </a:rPr>
              <a:t>CPU time</a:t>
            </a:r>
          </a:p>
          <a:p>
            <a:pPr lvl="1">
              <a:lnSpc>
                <a:spcPct val="90000"/>
              </a:lnSpc>
            </a:pPr>
            <a:r>
              <a:rPr lang="en-US" altLang="en-US" dirty="0">
                <a:latin typeface="Times New Roman" panose="02020603050405020304" pitchFamily="18" charset="0"/>
                <a:cs typeface="Times New Roman" panose="02020603050405020304" pitchFamily="18" charset="0"/>
              </a:rPr>
              <a:t>doesn't count waiting for I/O or time spent running other programs</a:t>
            </a:r>
          </a:p>
          <a:p>
            <a:pPr lvl="1">
              <a:lnSpc>
                <a:spcPct val="90000"/>
              </a:lnSpc>
            </a:pPr>
            <a:r>
              <a:rPr lang="en-US" altLang="en-US" dirty="0">
                <a:latin typeface="Times New Roman" panose="02020603050405020304" pitchFamily="18" charset="0"/>
                <a:cs typeface="Times New Roman" panose="02020603050405020304" pitchFamily="18" charset="0"/>
              </a:rPr>
              <a:t>can be divided into </a:t>
            </a:r>
            <a:r>
              <a:rPr lang="en-US" altLang="en-US" i="1" dirty="0">
                <a:latin typeface="Times New Roman" panose="02020603050405020304" pitchFamily="18" charset="0"/>
                <a:cs typeface="Times New Roman" panose="02020603050405020304" pitchFamily="18" charset="0"/>
              </a:rPr>
              <a:t>user CPU time</a:t>
            </a:r>
            <a:r>
              <a:rPr lang="en-US" altLang="en-US" dirty="0">
                <a:latin typeface="Times New Roman" panose="02020603050405020304" pitchFamily="18" charset="0"/>
                <a:cs typeface="Times New Roman" panose="02020603050405020304" pitchFamily="18" charset="0"/>
              </a:rPr>
              <a:t> and </a:t>
            </a:r>
            <a:r>
              <a:rPr lang="en-US" altLang="en-US" i="1" dirty="0">
                <a:latin typeface="Times New Roman" panose="02020603050405020304" pitchFamily="18" charset="0"/>
                <a:cs typeface="Times New Roman" panose="02020603050405020304" pitchFamily="18" charset="0"/>
              </a:rPr>
              <a:t>system CPU time </a:t>
            </a:r>
            <a:r>
              <a:rPr lang="en-US" altLang="en-US" dirty="0">
                <a:latin typeface="Times New Roman" panose="02020603050405020304" pitchFamily="18" charset="0"/>
                <a:cs typeface="Times New Roman" panose="02020603050405020304" pitchFamily="18" charset="0"/>
              </a:rPr>
              <a:t>(OS calls)</a:t>
            </a:r>
            <a:endParaRPr lang="en-US" altLang="en-US" i="1" dirty="0">
              <a:latin typeface="Times New Roman" panose="02020603050405020304" pitchFamily="18" charset="0"/>
              <a:cs typeface="Times New Roman" panose="02020603050405020304" pitchFamily="18" charset="0"/>
            </a:endParaRPr>
          </a:p>
          <a:p>
            <a:pPr>
              <a:lnSpc>
                <a:spcPct val="90000"/>
              </a:lnSpc>
              <a:buFont typeface="Wingdings" pitchFamily="2" charset="2"/>
              <a:buNone/>
            </a:pPr>
            <a:r>
              <a:rPr lang="en-US" altLang="en-US" sz="2400" dirty="0">
                <a:latin typeface="Times New Roman" pitchFamily="18" charset="0"/>
                <a:cs typeface="Times New Roman" panose="02020603050405020304" pitchFamily="18" charset="0"/>
              </a:rPr>
              <a:t>            CPU time = user CPU time + system CPU time   </a:t>
            </a:r>
          </a:p>
          <a:p>
            <a:pPr>
              <a:lnSpc>
                <a:spcPct val="90000"/>
              </a:lnSpc>
              <a:buFont typeface="Wingdings" pitchFamily="2" charset="2"/>
              <a:buNone/>
            </a:pPr>
            <a:r>
              <a:rPr lang="en-US" altLang="en-US" sz="2400" dirty="0">
                <a:latin typeface="Times New Roman" pitchFamily="18" charset="0"/>
                <a:cs typeface="Times New Roman" panose="02020603050405020304" pitchFamily="18" charset="0"/>
              </a:rPr>
              <a:t>       </a:t>
            </a:r>
            <a:r>
              <a:rPr lang="en-US" altLang="en-US" sz="2400" dirty="0">
                <a:latin typeface="Times New Roman" pitchFamily="18" charset="0"/>
                <a:cs typeface="Times New Roman" panose="02020603050405020304" pitchFamily="18" charset="0"/>
                <a:sym typeface="Symbol" pitchFamily="18" charset="2"/>
              </a:rPr>
              <a:t></a:t>
            </a:r>
            <a:r>
              <a:rPr lang="en-US" altLang="en-US" sz="2400" dirty="0">
                <a:latin typeface="Times New Roman" pitchFamily="18" charset="0"/>
                <a:cs typeface="Times New Roman" panose="02020603050405020304" pitchFamily="18" charset="0"/>
              </a:rPr>
              <a:t> elapsed time = user CPU time + system CPU time + wait time</a:t>
            </a:r>
          </a:p>
          <a:p>
            <a:pPr>
              <a:lnSpc>
                <a:spcPct val="90000"/>
              </a:lnSpc>
            </a:pPr>
            <a:r>
              <a:rPr lang="en-US" altLang="en-US" sz="2800" dirty="0">
                <a:latin typeface="Times New Roman" panose="02020603050405020304" pitchFamily="18" charset="0"/>
                <a:cs typeface="Times New Roman" panose="02020603050405020304" pitchFamily="18" charset="0"/>
              </a:rPr>
              <a:t>User CPU time (CPU execution time or, simply, execution time)</a:t>
            </a:r>
            <a:endParaRPr lang="en-US" altLang="en-US" sz="3200" dirty="0">
              <a:latin typeface="Times New Roman" panose="02020603050405020304" pitchFamily="18" charset="0"/>
              <a:cs typeface="Times New Roman" panose="02020603050405020304" pitchFamily="18" charset="0"/>
            </a:endParaRPr>
          </a:p>
          <a:p>
            <a:pPr lvl="1">
              <a:lnSpc>
                <a:spcPct val="90000"/>
              </a:lnSpc>
            </a:pPr>
            <a:r>
              <a:rPr lang="en-US" altLang="en-US" dirty="0">
                <a:latin typeface="Times New Roman" panose="02020603050405020304" pitchFamily="18" charset="0"/>
                <a:cs typeface="Times New Roman" panose="02020603050405020304" pitchFamily="18" charset="0"/>
              </a:rPr>
              <a:t>time spent executing the lines of code that are </a:t>
            </a:r>
            <a:r>
              <a:rPr lang="en-US" altLang="en-US" i="1" dirty="0">
                <a:latin typeface="Times New Roman" panose="02020603050405020304" pitchFamily="18" charset="0"/>
                <a:cs typeface="Times New Roman" panose="02020603050405020304" pitchFamily="18" charset="0"/>
              </a:rPr>
              <a:t>in our program</a:t>
            </a:r>
          </a:p>
        </p:txBody>
      </p:sp>
    </p:spTree>
    <p:extLst>
      <p:ext uri="{BB962C8B-B14F-4D97-AF65-F5344CB8AC3E}">
        <p14:creationId xmlns:p14="http://schemas.microsoft.com/office/powerpoint/2010/main" val="3447414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362199" y="95250"/>
            <a:ext cx="7611359" cy="762000"/>
          </a:xfrm>
        </p:spPr>
        <p:txBody>
          <a:bodyPr>
            <a:normAutofit/>
          </a:bodyPr>
          <a:lstStyle/>
          <a:p>
            <a:r>
              <a:rPr lang="en-US" sz="4000" b="1" dirty="0">
                <a:solidFill>
                  <a:srgbClr val="FF0000"/>
                </a:solidFill>
                <a:latin typeface="Times New Roman" pitchFamily="18" charset="0"/>
              </a:rPr>
              <a:t>Performance Comparison</a:t>
            </a:r>
          </a:p>
        </p:txBody>
      </p:sp>
      <p:sp>
        <p:nvSpPr>
          <p:cNvPr id="10244" name="Rectangle 5"/>
          <p:cNvSpPr txBox="1">
            <a:spLocks noChangeArrowheads="1"/>
          </p:cNvSpPr>
          <p:nvPr/>
        </p:nvSpPr>
        <p:spPr bwMode="auto">
          <a:xfrm>
            <a:off x="7381876" y="6400800"/>
            <a:ext cx="3000375" cy="506412"/>
          </a:xfrm>
          <a:prstGeom prst="rect">
            <a:avLst/>
          </a:prstGeom>
          <a:noFill/>
          <a:ln w="9525">
            <a:noFill/>
            <a:miter lim="800000"/>
            <a:headEnd/>
            <a:tailEnd/>
          </a:ln>
        </p:spPr>
        <p:txBody>
          <a:bodyPr lIns="93689" tIns="46845" rIns="93689" bIns="46845" anchor="b"/>
          <a:lstStyle/>
          <a:p>
            <a:pPr algn="r" defTabSz="936625">
              <a:spcBef>
                <a:spcPct val="50000"/>
              </a:spcBef>
            </a:pPr>
            <a:fld id="{18C4929D-9D61-4CCC-A3C6-7AE64422244C}" type="slidenum">
              <a:rPr lang="en-US" sz="1600">
                <a:latin typeface="Tahoma" pitchFamily="34" charset="0"/>
                <a:ea typeface="Tahoma" pitchFamily="34" charset="0"/>
                <a:cs typeface="Tahoma" pitchFamily="34" charset="0"/>
              </a:rPr>
              <a:pPr algn="r" defTabSz="936625">
                <a:spcBef>
                  <a:spcPct val="50000"/>
                </a:spcBef>
              </a:pPr>
              <a:t>25</a:t>
            </a:fld>
            <a:endParaRPr lang="en-US" sz="1600" dirty="0">
              <a:latin typeface="Tahoma" pitchFamily="34" charset="0"/>
              <a:ea typeface="Tahoma" pitchFamily="34" charset="0"/>
              <a:cs typeface="Tahoma" pitchFamily="34" charset="0"/>
            </a:endParaRPr>
          </a:p>
        </p:txBody>
      </p:sp>
      <p:sp>
        <p:nvSpPr>
          <p:cNvPr id="8" name="Rectangle 5"/>
          <p:cNvSpPr txBox="1">
            <a:spLocks noChangeArrowheads="1"/>
          </p:cNvSpPr>
          <p:nvPr/>
        </p:nvSpPr>
        <p:spPr bwMode="auto">
          <a:xfrm>
            <a:off x="1524000" y="6579704"/>
            <a:ext cx="1752600" cy="304800"/>
          </a:xfrm>
          <a:prstGeom prst="rect">
            <a:avLst/>
          </a:prstGeom>
          <a:noFill/>
          <a:ln w="9525">
            <a:noFill/>
            <a:miter lim="800000"/>
            <a:headEnd/>
            <a:tailEnd/>
          </a:ln>
        </p:spPr>
        <p:txBody>
          <a:bodyPr lIns="93689" tIns="46845" rIns="93689" bIns="46845" anchor="b"/>
          <a:lstStyle/>
          <a:p>
            <a:pPr algn="ctr" defTabSz="936625">
              <a:spcBef>
                <a:spcPct val="50000"/>
              </a:spcBef>
            </a:pPr>
            <a:r>
              <a:rPr lang="en-US" sz="1400" b="1" dirty="0">
                <a:latin typeface="Tahoma" pitchFamily="34" charset="0"/>
                <a:ea typeface="Tahoma" pitchFamily="34" charset="0"/>
                <a:cs typeface="Tahoma" pitchFamily="34" charset="0"/>
              </a:rPr>
              <a:t>KICT, IIUM</a:t>
            </a:r>
          </a:p>
        </p:txBody>
      </p:sp>
      <p:sp>
        <p:nvSpPr>
          <p:cNvPr id="10" name="Rectangle 54"/>
          <p:cNvSpPr>
            <a:spLocks noChangeAspect="1" noChangeArrowheads="1"/>
          </p:cNvSpPr>
          <p:nvPr/>
        </p:nvSpPr>
        <p:spPr bwMode="auto">
          <a:xfrm>
            <a:off x="1524000" y="6516364"/>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sp>
        <p:nvSpPr>
          <p:cNvPr id="11" name="Rectangle 54"/>
          <p:cNvSpPr>
            <a:spLocks noChangeAspect="1" noChangeArrowheads="1"/>
          </p:cNvSpPr>
          <p:nvPr/>
        </p:nvSpPr>
        <p:spPr bwMode="auto">
          <a:xfrm>
            <a:off x="1524000" y="938442"/>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pic>
        <p:nvPicPr>
          <p:cNvPr id="9217" name="Picture 1" descr="C:\Users\Hafiz\Desktop\images.jpg"/>
          <p:cNvPicPr>
            <a:picLocks noChangeAspect="1" noChangeArrowheads="1"/>
          </p:cNvPicPr>
          <p:nvPr/>
        </p:nvPicPr>
        <p:blipFill>
          <a:blip r:embed="rId3"/>
          <a:srcRect/>
          <a:stretch>
            <a:fillRect/>
          </a:stretch>
        </p:blipFill>
        <p:spPr bwMode="auto">
          <a:xfrm>
            <a:off x="9744076" y="2"/>
            <a:ext cx="923924" cy="923924"/>
          </a:xfrm>
          <a:prstGeom prst="rect">
            <a:avLst/>
          </a:prstGeom>
          <a:noFill/>
        </p:spPr>
      </p:pic>
      <p:sp>
        <p:nvSpPr>
          <p:cNvPr id="9" name="TextBox 8"/>
          <p:cNvSpPr txBox="1">
            <a:spLocks noChangeArrowheads="1"/>
          </p:cNvSpPr>
          <p:nvPr/>
        </p:nvSpPr>
        <p:spPr bwMode="auto">
          <a:xfrm>
            <a:off x="5419726" y="6553200"/>
            <a:ext cx="2047875" cy="304800"/>
          </a:xfrm>
          <a:prstGeom prst="rect">
            <a:avLst/>
          </a:prstGeom>
          <a:noFill/>
          <a:ln w="9525">
            <a:noFill/>
            <a:miter lim="800000"/>
            <a:headEnd/>
            <a:tailEnd/>
          </a:ln>
        </p:spPr>
        <p:txBody>
          <a:bodyPr lIns="93689" tIns="46845" rIns="93689" bIns="46845" anchor="b"/>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6625">
              <a:spcBef>
                <a:spcPct val="50000"/>
              </a:spcBef>
            </a:pPr>
            <a:r>
              <a:rPr lang="en-US" sz="1400" dirty="0">
                <a:latin typeface="Tahoma" pitchFamily="34" charset="0"/>
                <a:ea typeface="Tahoma" pitchFamily="34" charset="0"/>
                <a:cs typeface="Tahoma" pitchFamily="34" charset="0"/>
              </a:rPr>
              <a:t>Performance</a:t>
            </a:r>
          </a:p>
        </p:txBody>
      </p:sp>
      <p:sp>
        <p:nvSpPr>
          <p:cNvPr id="12" name="Rectangle 3"/>
          <p:cNvSpPr txBox="1">
            <a:spLocks noChangeArrowheads="1"/>
          </p:cNvSpPr>
          <p:nvPr/>
        </p:nvSpPr>
        <p:spPr>
          <a:xfrm>
            <a:off x="1981200" y="1478280"/>
            <a:ext cx="8229600" cy="4389120"/>
          </a:xfrm>
          <a:prstGeom prst="rect">
            <a:avLst/>
          </a:prstGeo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lang="en-US" altLang="en-US" sz="3200" dirty="0"/>
              <a:t>For some program running on machine X:</a:t>
            </a:r>
            <a:r>
              <a:rPr lang="en-US" altLang="en-US" sz="3600" dirty="0"/>
              <a:t> </a:t>
            </a:r>
            <a:br>
              <a:rPr lang="en-US" altLang="en-US" sz="3600" dirty="0"/>
            </a:br>
            <a:br>
              <a:rPr lang="en-US" altLang="en-US" sz="3600" dirty="0"/>
            </a:br>
            <a:r>
              <a:rPr lang="en-US" altLang="en-US" sz="3600" dirty="0"/>
              <a:t>	</a:t>
            </a:r>
            <a:r>
              <a:rPr lang="en-US" altLang="en-US" sz="3200" dirty="0" err="1">
                <a:latin typeface="Times New Roman" pitchFamily="18" charset="0"/>
              </a:rPr>
              <a:t>Performance</a:t>
            </a:r>
            <a:r>
              <a:rPr lang="en-US" altLang="en-US" sz="3200" baseline="-25000" dirty="0" err="1">
                <a:latin typeface="Times New Roman" pitchFamily="18" charset="0"/>
              </a:rPr>
              <a:t>X</a:t>
            </a:r>
            <a:r>
              <a:rPr lang="en-US" altLang="en-US" sz="3200" dirty="0">
                <a:latin typeface="Times New Roman" pitchFamily="18" charset="0"/>
              </a:rPr>
              <a:t> = 1 / Execution </a:t>
            </a:r>
            <a:r>
              <a:rPr lang="en-US" altLang="en-US" sz="3200" dirty="0" err="1">
                <a:latin typeface="Times New Roman" pitchFamily="18" charset="0"/>
              </a:rPr>
              <a:t>time</a:t>
            </a:r>
            <a:r>
              <a:rPr lang="en-US" altLang="en-US" sz="3200" baseline="-25000" dirty="0" err="1">
                <a:latin typeface="Times New Roman" pitchFamily="18" charset="0"/>
              </a:rPr>
              <a:t>X</a:t>
            </a:r>
            <a:br>
              <a:rPr lang="en-US" altLang="en-US" sz="3200" baseline="-25000" dirty="0">
                <a:latin typeface="Times New Roman" pitchFamily="18" charset="0"/>
              </a:rPr>
            </a:br>
            <a:endParaRPr lang="en-US" altLang="en-US" sz="3200" baseline="-25000" dirty="0">
              <a:latin typeface="Times New Roman" pitchFamily="18" charset="0"/>
            </a:endParaRPr>
          </a:p>
          <a:p>
            <a:pPr>
              <a:buFont typeface="Wingdings" pitchFamily="2" charset="2"/>
              <a:buNone/>
            </a:pPr>
            <a:endParaRPr lang="en-US" altLang="en-US" sz="3600" dirty="0"/>
          </a:p>
          <a:p>
            <a:r>
              <a:rPr lang="en-US" altLang="en-US" sz="3200" dirty="0"/>
              <a:t>X is </a:t>
            </a:r>
            <a:r>
              <a:rPr lang="en-US" altLang="en-US" sz="3200" i="1" dirty="0"/>
              <a:t>n</a:t>
            </a:r>
            <a:r>
              <a:rPr lang="en-US" altLang="en-US" sz="3200" dirty="0"/>
              <a:t> times faster than Y means:</a:t>
            </a:r>
            <a:br>
              <a:rPr lang="en-US" altLang="en-US" sz="3200" dirty="0"/>
            </a:br>
            <a:br>
              <a:rPr lang="en-US" altLang="en-US" sz="3200" dirty="0"/>
            </a:br>
            <a:r>
              <a:rPr lang="en-US" altLang="en-US" sz="3600" dirty="0"/>
              <a:t>	</a:t>
            </a:r>
            <a:r>
              <a:rPr lang="en-US" altLang="en-US" sz="3200" dirty="0" err="1">
                <a:latin typeface="Times New Roman" pitchFamily="18" charset="0"/>
              </a:rPr>
              <a:t>Performance</a:t>
            </a:r>
            <a:r>
              <a:rPr lang="en-US" altLang="en-US" sz="3200" baseline="-25000" dirty="0" err="1">
                <a:latin typeface="Times New Roman" pitchFamily="18" charset="0"/>
              </a:rPr>
              <a:t>X</a:t>
            </a:r>
            <a:r>
              <a:rPr lang="en-US" altLang="en-US" sz="3200" dirty="0">
                <a:latin typeface="Times New Roman" pitchFamily="18" charset="0"/>
              </a:rPr>
              <a:t>  / </a:t>
            </a:r>
            <a:r>
              <a:rPr lang="en-US" altLang="en-US" sz="3200" dirty="0" err="1">
                <a:latin typeface="Times New Roman" pitchFamily="18" charset="0"/>
              </a:rPr>
              <a:t>Performance</a:t>
            </a:r>
            <a:r>
              <a:rPr lang="en-US" altLang="en-US" sz="3200" baseline="-25000" dirty="0" err="1">
                <a:latin typeface="Times New Roman" pitchFamily="18" charset="0"/>
              </a:rPr>
              <a:t>Y</a:t>
            </a:r>
            <a:r>
              <a:rPr lang="en-US" altLang="en-US" sz="3200" dirty="0">
                <a:latin typeface="Times New Roman" pitchFamily="18" charset="0"/>
              </a:rPr>
              <a:t> = </a:t>
            </a:r>
            <a:r>
              <a:rPr lang="en-US" altLang="en-US" sz="3200" i="1" dirty="0">
                <a:latin typeface="Times New Roman" pitchFamily="18" charset="0"/>
              </a:rPr>
              <a:t>n</a:t>
            </a:r>
            <a:br>
              <a:rPr lang="en-US" altLang="en-US" sz="3200" dirty="0">
                <a:latin typeface="Times New Roman" pitchFamily="18" charset="0"/>
              </a:rPr>
            </a:br>
            <a:br>
              <a:rPr lang="en-US" altLang="en-US" sz="3600" dirty="0"/>
            </a:br>
            <a:endParaRPr lang="en-US" altLang="en-US" sz="3600" dirty="0"/>
          </a:p>
        </p:txBody>
      </p:sp>
    </p:spTree>
    <p:extLst>
      <p:ext uri="{BB962C8B-B14F-4D97-AF65-F5344CB8AC3E}">
        <p14:creationId xmlns:p14="http://schemas.microsoft.com/office/powerpoint/2010/main" val="2860731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362200" y="95250"/>
            <a:ext cx="7010400" cy="762000"/>
          </a:xfrm>
        </p:spPr>
        <p:txBody>
          <a:bodyPr>
            <a:normAutofit/>
          </a:bodyPr>
          <a:lstStyle/>
          <a:p>
            <a:r>
              <a:rPr lang="en-US" sz="4000" b="1" dirty="0">
                <a:solidFill>
                  <a:srgbClr val="FF0000"/>
                </a:solidFill>
                <a:latin typeface="Times New Roman" pitchFamily="18" charset="0"/>
              </a:rPr>
              <a:t>Clock Cycles</a:t>
            </a:r>
          </a:p>
        </p:txBody>
      </p:sp>
      <p:sp>
        <p:nvSpPr>
          <p:cNvPr id="10244" name="Rectangle 5"/>
          <p:cNvSpPr txBox="1">
            <a:spLocks noChangeArrowheads="1"/>
          </p:cNvSpPr>
          <p:nvPr/>
        </p:nvSpPr>
        <p:spPr bwMode="auto">
          <a:xfrm>
            <a:off x="7381876" y="6400800"/>
            <a:ext cx="3000375" cy="506412"/>
          </a:xfrm>
          <a:prstGeom prst="rect">
            <a:avLst/>
          </a:prstGeom>
          <a:noFill/>
          <a:ln w="9525">
            <a:noFill/>
            <a:miter lim="800000"/>
            <a:headEnd/>
            <a:tailEnd/>
          </a:ln>
        </p:spPr>
        <p:txBody>
          <a:bodyPr lIns="93689" tIns="46845" rIns="93689" bIns="46845" anchor="b"/>
          <a:lstStyle/>
          <a:p>
            <a:pPr algn="r" defTabSz="936625">
              <a:spcBef>
                <a:spcPct val="50000"/>
              </a:spcBef>
            </a:pPr>
            <a:fld id="{18C4929D-9D61-4CCC-A3C6-7AE64422244C}" type="slidenum">
              <a:rPr lang="en-US" sz="1600">
                <a:latin typeface="Tahoma" pitchFamily="34" charset="0"/>
                <a:ea typeface="Tahoma" pitchFamily="34" charset="0"/>
                <a:cs typeface="Tahoma" pitchFamily="34" charset="0"/>
              </a:rPr>
              <a:pPr algn="r" defTabSz="936625">
                <a:spcBef>
                  <a:spcPct val="50000"/>
                </a:spcBef>
              </a:pPr>
              <a:t>26</a:t>
            </a:fld>
            <a:endParaRPr lang="en-US" sz="1600" dirty="0">
              <a:latin typeface="Tahoma" pitchFamily="34" charset="0"/>
              <a:ea typeface="Tahoma" pitchFamily="34" charset="0"/>
              <a:cs typeface="Tahoma" pitchFamily="34" charset="0"/>
            </a:endParaRPr>
          </a:p>
        </p:txBody>
      </p:sp>
      <p:sp>
        <p:nvSpPr>
          <p:cNvPr id="8" name="Rectangle 5"/>
          <p:cNvSpPr txBox="1">
            <a:spLocks noChangeArrowheads="1"/>
          </p:cNvSpPr>
          <p:nvPr/>
        </p:nvSpPr>
        <p:spPr bwMode="auto">
          <a:xfrm>
            <a:off x="1524000" y="6579704"/>
            <a:ext cx="1752600" cy="304800"/>
          </a:xfrm>
          <a:prstGeom prst="rect">
            <a:avLst/>
          </a:prstGeom>
          <a:noFill/>
          <a:ln w="9525">
            <a:noFill/>
            <a:miter lim="800000"/>
            <a:headEnd/>
            <a:tailEnd/>
          </a:ln>
        </p:spPr>
        <p:txBody>
          <a:bodyPr lIns="93689" tIns="46845" rIns="93689" bIns="46845" anchor="b"/>
          <a:lstStyle/>
          <a:p>
            <a:pPr algn="ctr" defTabSz="936625">
              <a:spcBef>
                <a:spcPct val="50000"/>
              </a:spcBef>
            </a:pPr>
            <a:r>
              <a:rPr lang="en-US" sz="1400" b="1" dirty="0">
                <a:latin typeface="Tahoma" pitchFamily="34" charset="0"/>
                <a:ea typeface="Tahoma" pitchFamily="34" charset="0"/>
                <a:cs typeface="Tahoma" pitchFamily="34" charset="0"/>
              </a:rPr>
              <a:t>KICT, IIUM</a:t>
            </a:r>
          </a:p>
        </p:txBody>
      </p:sp>
      <p:sp>
        <p:nvSpPr>
          <p:cNvPr id="10" name="Rectangle 54"/>
          <p:cNvSpPr>
            <a:spLocks noChangeAspect="1" noChangeArrowheads="1"/>
          </p:cNvSpPr>
          <p:nvPr/>
        </p:nvSpPr>
        <p:spPr bwMode="auto">
          <a:xfrm>
            <a:off x="1524000" y="6516364"/>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sp>
        <p:nvSpPr>
          <p:cNvPr id="11" name="Rectangle 54"/>
          <p:cNvSpPr>
            <a:spLocks noChangeAspect="1" noChangeArrowheads="1"/>
          </p:cNvSpPr>
          <p:nvPr/>
        </p:nvSpPr>
        <p:spPr bwMode="auto">
          <a:xfrm>
            <a:off x="1524000" y="938442"/>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pic>
        <p:nvPicPr>
          <p:cNvPr id="9217" name="Picture 1" descr="C:\Users\Hafiz\Desktop\images.jpg"/>
          <p:cNvPicPr>
            <a:picLocks noChangeAspect="1" noChangeArrowheads="1"/>
          </p:cNvPicPr>
          <p:nvPr/>
        </p:nvPicPr>
        <p:blipFill>
          <a:blip r:embed="rId3"/>
          <a:srcRect/>
          <a:stretch>
            <a:fillRect/>
          </a:stretch>
        </p:blipFill>
        <p:spPr bwMode="auto">
          <a:xfrm>
            <a:off x="9744076" y="2"/>
            <a:ext cx="923924" cy="923924"/>
          </a:xfrm>
          <a:prstGeom prst="rect">
            <a:avLst/>
          </a:prstGeom>
          <a:noFill/>
        </p:spPr>
      </p:pic>
      <p:sp>
        <p:nvSpPr>
          <p:cNvPr id="9" name="TextBox 8"/>
          <p:cNvSpPr txBox="1">
            <a:spLocks noChangeArrowheads="1"/>
          </p:cNvSpPr>
          <p:nvPr/>
        </p:nvSpPr>
        <p:spPr bwMode="auto">
          <a:xfrm>
            <a:off x="5419726" y="6553200"/>
            <a:ext cx="2047875" cy="304800"/>
          </a:xfrm>
          <a:prstGeom prst="rect">
            <a:avLst/>
          </a:prstGeom>
          <a:noFill/>
          <a:ln w="9525">
            <a:noFill/>
            <a:miter lim="800000"/>
            <a:headEnd/>
            <a:tailEnd/>
          </a:ln>
        </p:spPr>
        <p:txBody>
          <a:bodyPr lIns="93689" tIns="46845" rIns="93689" bIns="46845" anchor="b"/>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6625">
              <a:spcBef>
                <a:spcPct val="50000"/>
              </a:spcBef>
            </a:pPr>
            <a:r>
              <a:rPr lang="en-US" sz="1400" dirty="0">
                <a:latin typeface="Tahoma" pitchFamily="34" charset="0"/>
                <a:ea typeface="Tahoma" pitchFamily="34" charset="0"/>
                <a:cs typeface="Tahoma" pitchFamily="34" charset="0"/>
              </a:rPr>
              <a:t>Performance</a:t>
            </a:r>
          </a:p>
        </p:txBody>
      </p:sp>
      <p:sp>
        <p:nvSpPr>
          <p:cNvPr id="12" name="Rectangle 3"/>
          <p:cNvSpPr txBox="1">
            <a:spLocks noChangeArrowheads="1"/>
          </p:cNvSpPr>
          <p:nvPr/>
        </p:nvSpPr>
        <p:spPr>
          <a:xfrm>
            <a:off x="1524000" y="1219200"/>
            <a:ext cx="9220200" cy="5181600"/>
          </a:xfrm>
          <a:prstGeom prst="rect">
            <a:avLst/>
          </a:prstGeo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90000"/>
              </a:lnSpc>
            </a:pPr>
            <a:r>
              <a:rPr lang="en-US" altLang="en-US" sz="2000" dirty="0">
                <a:latin typeface="Tahoma" panose="020B0604030504040204" pitchFamily="34" charset="0"/>
                <a:ea typeface="Tahoma" panose="020B0604030504040204" pitchFamily="34" charset="0"/>
                <a:cs typeface="Tahoma" panose="020B0604030504040204" pitchFamily="34" charset="0"/>
              </a:rPr>
              <a:t>Machine cycle is used instead of reporting execution time in seconds. In modern computers hardware events progress cycle by cycle: each event, e.g., multiplication, addition, etc., is a sequence of cycles</a:t>
            </a:r>
          </a:p>
          <a:p>
            <a:pPr marL="0" indent="0">
              <a:lnSpc>
                <a:spcPct val="90000"/>
              </a:lnSpc>
              <a:buNone/>
            </a:pPr>
            <a:br>
              <a:rPr lang="en-US" altLang="en-US" sz="2000" dirty="0">
                <a:latin typeface="Tahoma" panose="020B0604030504040204" pitchFamily="34" charset="0"/>
                <a:ea typeface="Tahoma" panose="020B0604030504040204" pitchFamily="34" charset="0"/>
                <a:cs typeface="Tahoma" panose="020B0604030504040204" pitchFamily="34" charset="0"/>
              </a:rPr>
            </a:br>
            <a:br>
              <a:rPr lang="en-US" altLang="en-US" sz="2000" dirty="0">
                <a:latin typeface="Tahoma" panose="020B0604030504040204" pitchFamily="34" charset="0"/>
                <a:ea typeface="Tahoma" panose="020B0604030504040204" pitchFamily="34" charset="0"/>
                <a:cs typeface="Tahoma" panose="020B0604030504040204" pitchFamily="34" charset="0"/>
              </a:rPr>
            </a:br>
            <a:endParaRPr lang="en-US" altLang="en-US" sz="2000" dirty="0">
              <a:latin typeface="Tahoma" panose="020B0604030504040204" pitchFamily="34" charset="0"/>
              <a:ea typeface="Tahoma" panose="020B0604030504040204" pitchFamily="34" charset="0"/>
              <a:cs typeface="Tahoma" panose="020B0604030504040204" pitchFamily="34" charset="0"/>
            </a:endParaRPr>
          </a:p>
          <a:p>
            <a:pPr>
              <a:lnSpc>
                <a:spcPct val="90000"/>
              </a:lnSpc>
            </a:pPr>
            <a:r>
              <a:rPr lang="en-US" altLang="en-US" sz="2000" i="1" dirty="0">
                <a:latin typeface="Tahoma" panose="020B0604030504040204" pitchFamily="34" charset="0"/>
                <a:ea typeface="Tahoma" panose="020B0604030504040204" pitchFamily="34" charset="0"/>
                <a:cs typeface="Tahoma" panose="020B0604030504040204" pitchFamily="34" charset="0"/>
              </a:rPr>
              <a:t>Clock ticks</a:t>
            </a:r>
            <a:r>
              <a:rPr lang="en-US" altLang="en-US" sz="2000" dirty="0">
                <a:latin typeface="Tahoma" panose="020B0604030504040204" pitchFamily="34" charset="0"/>
                <a:ea typeface="Tahoma" panose="020B0604030504040204" pitchFamily="34" charset="0"/>
                <a:cs typeface="Tahoma" panose="020B0604030504040204" pitchFamily="34" charset="0"/>
              </a:rPr>
              <a:t> indicate start and end of cycles:</a:t>
            </a:r>
            <a:br>
              <a:rPr lang="en-US" altLang="en-US" sz="2000" dirty="0">
                <a:latin typeface="Tahoma" panose="020B0604030504040204" pitchFamily="34" charset="0"/>
                <a:ea typeface="Tahoma" panose="020B0604030504040204" pitchFamily="34" charset="0"/>
                <a:cs typeface="Tahoma" panose="020B0604030504040204" pitchFamily="34" charset="0"/>
              </a:rPr>
            </a:br>
            <a:br>
              <a:rPr lang="en-US" altLang="en-US" sz="2000" dirty="0">
                <a:latin typeface="Tahoma" panose="020B0604030504040204" pitchFamily="34" charset="0"/>
                <a:ea typeface="Tahoma" panose="020B0604030504040204" pitchFamily="34" charset="0"/>
                <a:cs typeface="Tahoma" panose="020B0604030504040204" pitchFamily="34" charset="0"/>
              </a:rPr>
            </a:br>
            <a:br>
              <a:rPr lang="en-US" altLang="en-US" sz="2000" dirty="0">
                <a:latin typeface="Tahoma" panose="020B0604030504040204" pitchFamily="34" charset="0"/>
                <a:ea typeface="Tahoma" panose="020B0604030504040204" pitchFamily="34" charset="0"/>
                <a:cs typeface="Tahoma" panose="020B0604030504040204" pitchFamily="34" charset="0"/>
              </a:rPr>
            </a:br>
            <a:endParaRPr lang="en-US" altLang="en-US" sz="2000" dirty="0">
              <a:latin typeface="Tahoma" panose="020B0604030504040204" pitchFamily="34" charset="0"/>
              <a:ea typeface="Tahoma" panose="020B0604030504040204" pitchFamily="34" charset="0"/>
              <a:cs typeface="Tahoma" panose="020B0604030504040204" pitchFamily="34" charset="0"/>
            </a:endParaRPr>
          </a:p>
          <a:p>
            <a:pPr>
              <a:lnSpc>
                <a:spcPct val="90000"/>
              </a:lnSpc>
            </a:pPr>
            <a:r>
              <a:rPr lang="en-US" altLang="en-US" sz="2000" i="1" dirty="0">
                <a:latin typeface="Tahoma" panose="020B0604030504040204" pitchFamily="34" charset="0"/>
                <a:ea typeface="Tahoma" panose="020B0604030504040204" pitchFamily="34" charset="0"/>
                <a:cs typeface="Tahoma" panose="020B0604030504040204" pitchFamily="34" charset="0"/>
              </a:rPr>
              <a:t>cycle time</a:t>
            </a:r>
            <a:r>
              <a:rPr lang="en-US" altLang="en-US" sz="2000" dirty="0">
                <a:latin typeface="Tahoma" panose="020B0604030504040204" pitchFamily="34" charset="0"/>
                <a:ea typeface="Tahoma" panose="020B0604030504040204" pitchFamily="34" charset="0"/>
                <a:cs typeface="Tahoma" panose="020B0604030504040204" pitchFamily="34" charset="0"/>
              </a:rPr>
              <a:t> = time between ticks = seconds per cycle</a:t>
            </a:r>
          </a:p>
          <a:p>
            <a:pPr>
              <a:lnSpc>
                <a:spcPct val="90000"/>
              </a:lnSpc>
            </a:pPr>
            <a:r>
              <a:rPr lang="en-US" altLang="en-US" sz="2000" i="1" dirty="0">
                <a:latin typeface="Tahoma" panose="020B0604030504040204" pitchFamily="34" charset="0"/>
                <a:ea typeface="Tahoma" panose="020B0604030504040204" pitchFamily="34" charset="0"/>
                <a:cs typeface="Tahoma" panose="020B0604030504040204" pitchFamily="34" charset="0"/>
              </a:rPr>
              <a:t>clock rate</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i="1" dirty="0">
                <a:latin typeface="Tahoma" panose="020B0604030504040204" pitchFamily="34" charset="0"/>
                <a:ea typeface="Tahoma" panose="020B0604030504040204" pitchFamily="34" charset="0"/>
                <a:cs typeface="Tahoma" panose="020B0604030504040204" pitchFamily="34" charset="0"/>
              </a:rPr>
              <a:t>frequency</a:t>
            </a:r>
            <a:r>
              <a:rPr lang="en-US" altLang="en-US" sz="2000" dirty="0">
                <a:latin typeface="Tahoma" panose="020B0604030504040204" pitchFamily="34" charset="0"/>
                <a:ea typeface="Tahoma" panose="020B0604030504040204" pitchFamily="34" charset="0"/>
                <a:cs typeface="Tahoma" panose="020B0604030504040204" pitchFamily="34" charset="0"/>
              </a:rPr>
              <a:t>) = cycles per second  (1 Hz. = 1 cycle/sec, 1 </a:t>
            </a:r>
            <a:r>
              <a:rPr lang="en-US" altLang="en-US" sz="2000" dirty="0" err="1">
                <a:latin typeface="Tahoma" panose="020B0604030504040204" pitchFamily="34" charset="0"/>
                <a:ea typeface="Tahoma" panose="020B0604030504040204" pitchFamily="34" charset="0"/>
                <a:cs typeface="Tahoma" panose="020B0604030504040204" pitchFamily="34" charset="0"/>
              </a:rPr>
              <a:t>MHz.</a:t>
            </a:r>
            <a:r>
              <a:rPr lang="en-US" altLang="en-US" sz="2000" dirty="0">
                <a:latin typeface="Tahoma" panose="020B0604030504040204" pitchFamily="34" charset="0"/>
                <a:ea typeface="Tahoma" panose="020B0604030504040204" pitchFamily="34" charset="0"/>
                <a:cs typeface="Tahoma" panose="020B0604030504040204" pitchFamily="34" charset="0"/>
              </a:rPr>
              <a:t> = 10</a:t>
            </a:r>
            <a:r>
              <a:rPr lang="en-US" altLang="en-US" sz="2000" baseline="30000" dirty="0">
                <a:latin typeface="Tahoma" panose="020B0604030504040204" pitchFamily="34" charset="0"/>
                <a:ea typeface="Tahoma" panose="020B0604030504040204" pitchFamily="34" charset="0"/>
                <a:cs typeface="Tahoma" panose="020B0604030504040204" pitchFamily="34" charset="0"/>
              </a:rPr>
              <a:t>6</a:t>
            </a:r>
            <a:r>
              <a:rPr lang="en-US" altLang="en-US" sz="2000" dirty="0">
                <a:latin typeface="Tahoma" panose="020B0604030504040204" pitchFamily="34" charset="0"/>
                <a:ea typeface="Tahoma" panose="020B0604030504040204" pitchFamily="34" charset="0"/>
                <a:cs typeface="Tahoma" panose="020B0604030504040204" pitchFamily="34" charset="0"/>
              </a:rPr>
              <a:t> cycles/sec)</a:t>
            </a:r>
          </a:p>
          <a:p>
            <a:pPr>
              <a:lnSpc>
                <a:spcPct val="90000"/>
              </a:lnSpc>
            </a:pPr>
            <a:r>
              <a:rPr lang="en-US" altLang="en-US" sz="2000" i="1" dirty="0">
                <a:latin typeface="Tahoma" panose="020B0604030504040204" pitchFamily="34" charset="0"/>
                <a:ea typeface="Tahoma" panose="020B0604030504040204" pitchFamily="34" charset="0"/>
                <a:cs typeface="Tahoma" panose="020B0604030504040204" pitchFamily="34" charset="0"/>
              </a:rPr>
              <a:t>Example</a:t>
            </a:r>
            <a:r>
              <a:rPr lang="en-US" altLang="en-US" sz="2000" dirty="0">
                <a:latin typeface="Tahoma" panose="020B0604030504040204" pitchFamily="34" charset="0"/>
                <a:ea typeface="Tahoma" panose="020B0604030504040204" pitchFamily="34" charset="0"/>
                <a:cs typeface="Tahoma" panose="020B0604030504040204" pitchFamily="34" charset="0"/>
              </a:rPr>
              <a:t>: A 200 Mhz. clock has a                                                          cycle time </a:t>
            </a:r>
          </a:p>
        </p:txBody>
      </p:sp>
      <p:sp>
        <p:nvSpPr>
          <p:cNvPr id="14" name="Line 4"/>
          <p:cNvSpPr>
            <a:spLocks noChangeShapeType="1"/>
          </p:cNvSpPr>
          <p:nvPr/>
        </p:nvSpPr>
        <p:spPr bwMode="auto">
          <a:xfrm>
            <a:off x="2276476" y="3586162"/>
            <a:ext cx="4160837" cy="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5"/>
          <p:cNvSpPr>
            <a:spLocks noChangeShapeType="1"/>
          </p:cNvSpPr>
          <p:nvPr/>
        </p:nvSpPr>
        <p:spPr bwMode="auto">
          <a:xfrm flipV="1">
            <a:off x="2493962" y="3468687"/>
            <a:ext cx="0" cy="2365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6"/>
          <p:cNvSpPr>
            <a:spLocks noChangeShapeType="1"/>
          </p:cNvSpPr>
          <p:nvPr/>
        </p:nvSpPr>
        <p:spPr bwMode="auto">
          <a:xfrm flipV="1">
            <a:off x="2946400" y="3468687"/>
            <a:ext cx="0" cy="2365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7"/>
          <p:cNvSpPr>
            <a:spLocks noChangeShapeType="1"/>
          </p:cNvSpPr>
          <p:nvPr/>
        </p:nvSpPr>
        <p:spPr bwMode="auto">
          <a:xfrm flipV="1">
            <a:off x="3397250" y="3468687"/>
            <a:ext cx="0" cy="2365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8"/>
          <p:cNvSpPr>
            <a:spLocks noChangeShapeType="1"/>
          </p:cNvSpPr>
          <p:nvPr/>
        </p:nvSpPr>
        <p:spPr bwMode="auto">
          <a:xfrm flipV="1">
            <a:off x="3848100" y="3468687"/>
            <a:ext cx="0" cy="2365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9"/>
          <p:cNvSpPr>
            <a:spLocks noChangeShapeType="1"/>
          </p:cNvSpPr>
          <p:nvPr/>
        </p:nvSpPr>
        <p:spPr bwMode="auto">
          <a:xfrm flipV="1">
            <a:off x="4300537" y="3468687"/>
            <a:ext cx="0" cy="2365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10"/>
          <p:cNvSpPr>
            <a:spLocks noChangeShapeType="1"/>
          </p:cNvSpPr>
          <p:nvPr/>
        </p:nvSpPr>
        <p:spPr bwMode="auto">
          <a:xfrm flipV="1">
            <a:off x="4751387" y="3468687"/>
            <a:ext cx="0" cy="2365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11"/>
          <p:cNvSpPr>
            <a:spLocks noChangeShapeType="1"/>
          </p:cNvSpPr>
          <p:nvPr/>
        </p:nvSpPr>
        <p:spPr bwMode="auto">
          <a:xfrm flipV="1">
            <a:off x="5202237" y="3468687"/>
            <a:ext cx="0" cy="2365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12"/>
          <p:cNvSpPr>
            <a:spLocks noChangeShapeType="1"/>
          </p:cNvSpPr>
          <p:nvPr/>
        </p:nvSpPr>
        <p:spPr bwMode="auto">
          <a:xfrm flipV="1">
            <a:off x="5654675" y="3468687"/>
            <a:ext cx="0" cy="2365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Rectangle 13"/>
          <p:cNvSpPr>
            <a:spLocks noChangeArrowheads="1"/>
          </p:cNvSpPr>
          <p:nvPr/>
        </p:nvSpPr>
        <p:spPr bwMode="auto">
          <a:xfrm>
            <a:off x="6196012" y="3621087"/>
            <a:ext cx="47449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a:spcBef>
                <a:spcPct val="0"/>
              </a:spcBef>
              <a:buClrTx/>
              <a:buSzTx/>
              <a:buFontTx/>
              <a:buNone/>
            </a:pPr>
            <a:r>
              <a:rPr lang="en-US" altLang="en-US" sz="1200" b="1">
                <a:latin typeface="Times New Roman" pitchFamily="18" charset="0"/>
              </a:rPr>
              <a:t>time</a:t>
            </a:r>
          </a:p>
        </p:txBody>
      </p:sp>
      <p:graphicFrame>
        <p:nvGraphicFramePr>
          <p:cNvPr id="24" name="Object 14">
            <a:hlinkClick r:id="" action="ppaction://ole?verb=0"/>
          </p:cNvPr>
          <p:cNvGraphicFramePr>
            <a:graphicFrameLocks/>
          </p:cNvGraphicFramePr>
          <p:nvPr/>
        </p:nvGraphicFramePr>
        <p:xfrm>
          <a:off x="6858000" y="2209800"/>
          <a:ext cx="3657600" cy="850900"/>
        </p:xfrm>
        <a:graphic>
          <a:graphicData uri="http://schemas.openxmlformats.org/presentationml/2006/ole">
            <mc:AlternateContent xmlns:mc="http://schemas.openxmlformats.org/markup-compatibility/2006">
              <mc:Choice xmlns:v="urn:schemas-microsoft-com:vml" Requires="v">
                <p:oleObj name="Equation" r:id="rId4" imgW="1917360" imgH="419040" progId="Equation.3">
                  <p:embed/>
                </p:oleObj>
              </mc:Choice>
              <mc:Fallback>
                <p:oleObj name="Equation" r:id="rId4" imgW="1917360" imgH="419040" progId="Equation.3">
                  <p:embed/>
                  <p:pic>
                    <p:nvPicPr>
                      <p:cNvPr id="24" name="Object 14">
                        <a:hlinkClick r:id="" action="ppaction://ole?verb=0"/>
                      </p:cNvPr>
                      <p:cNvPicPr>
                        <a:picLocks noChangeArrowheads="1"/>
                      </p:cNvPicPr>
                      <p:nvPr/>
                    </p:nvPicPr>
                    <p:blipFill>
                      <a:blip r:embed="rId5"/>
                      <a:srcRect/>
                      <a:stretch>
                        <a:fillRect/>
                      </a:stretch>
                    </p:blipFill>
                    <p:spPr bwMode="auto">
                      <a:xfrm>
                        <a:off x="6858000" y="2209800"/>
                        <a:ext cx="3657600" cy="850900"/>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25" name="Object 15">
                <a:hlinkClick r:id="" action="ppaction://ole?verb=0"/>
              </p:cNvPr>
              <p:cNvSpPr txBox="1"/>
              <p:nvPr/>
            </p:nvSpPr>
            <p:spPr bwMode="auto">
              <a:xfrm>
                <a:off x="5797550" y="4900613"/>
                <a:ext cx="4191000" cy="81438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m:rPr>
                          <m:nor/>
                        </m:rPr>
                        <a:rPr lang="en-GB" i="0">
                          <a:solidFill>
                            <a:srgbClr val="000000"/>
                          </a:solidFill>
                          <a:latin typeface="Cambria Math" panose="02040503050406030204" pitchFamily="18" charset="0"/>
                        </a:rPr>
                        <m:t>  </m:t>
                      </m:r>
                      <m:f>
                        <m:fPr>
                          <m:ctrlPr>
                            <a:rPr lang="en-GB" i="1">
                              <a:solidFill>
                                <a:srgbClr val="000000"/>
                              </a:solidFill>
                              <a:latin typeface="Cambria Math" panose="02040503050406030204" pitchFamily="18" charset="0"/>
                            </a:rPr>
                          </m:ctrlPr>
                        </m:fPr>
                        <m:num>
                          <m:r>
                            <a:rPr lang="en-GB" i="1">
                              <a:solidFill>
                                <a:srgbClr val="000000"/>
                              </a:solidFill>
                              <a:latin typeface="Cambria Math" panose="02040503050406030204" pitchFamily="18" charset="0"/>
                            </a:rPr>
                            <m:t>1</m:t>
                          </m:r>
                        </m:num>
                        <m:den>
                          <m:r>
                            <a:rPr lang="en-GB" i="1">
                              <a:solidFill>
                                <a:srgbClr val="000000"/>
                              </a:solidFill>
                              <a:latin typeface="Cambria Math" panose="02040503050406030204" pitchFamily="18" charset="0"/>
                            </a:rPr>
                            <m:t>200×1</m:t>
                          </m:r>
                          <m:sSup>
                            <m:sSupPr>
                              <m:ctrlPr>
                                <a:rPr lang="en-GB" i="1">
                                  <a:solidFill>
                                    <a:srgbClr val="000000"/>
                                  </a:solidFill>
                                  <a:latin typeface="Cambria Math" panose="02040503050406030204" pitchFamily="18" charset="0"/>
                                </a:rPr>
                              </m:ctrlPr>
                            </m:sSupPr>
                            <m:e>
                              <m:r>
                                <a:rPr lang="en-GB" i="1">
                                  <a:solidFill>
                                    <a:srgbClr val="000000"/>
                                  </a:solidFill>
                                  <a:latin typeface="Cambria Math" panose="02040503050406030204" pitchFamily="18" charset="0"/>
                                </a:rPr>
                                <m:t>0</m:t>
                              </m:r>
                            </m:e>
                            <m:sup>
                              <m:r>
                                <a:rPr lang="en-GB" i="1">
                                  <a:solidFill>
                                    <a:srgbClr val="000000"/>
                                  </a:solidFill>
                                  <a:latin typeface="Cambria Math" panose="02040503050406030204" pitchFamily="18" charset="0"/>
                                </a:rPr>
                                <m:t>6</m:t>
                              </m:r>
                            </m:sup>
                          </m:sSup>
                          <m:r>
                            <a:rPr lang="en-GB" i="0">
                              <a:solidFill>
                                <a:srgbClr val="000000"/>
                              </a:solidFill>
                              <a:latin typeface="Cambria Math" panose="02040503050406030204" pitchFamily="18" charset="0"/>
                            </a:rPr>
                            <m:t> </m:t>
                          </m:r>
                        </m:den>
                      </m:f>
                      <m:r>
                        <a:rPr lang="en-GB" i="1">
                          <a:solidFill>
                            <a:srgbClr val="000000"/>
                          </a:solidFill>
                          <a:latin typeface="Cambria Math" panose="02040503050406030204" pitchFamily="18" charset="0"/>
                        </a:rPr>
                        <m:t>=5</m:t>
                      </m:r>
                      <m:r>
                        <m:rPr>
                          <m:nor/>
                        </m:rPr>
                        <a:rPr lang="en-GB" i="0">
                          <a:solidFill>
                            <a:srgbClr val="000000"/>
                          </a:solidFill>
                          <a:latin typeface="Cambria Math" panose="02040503050406030204" pitchFamily="18" charset="0"/>
                        </a:rPr>
                        <m:t> </m:t>
                      </m:r>
                      <m:r>
                        <m:rPr>
                          <m:nor/>
                        </m:rPr>
                        <a:rPr lang="en-GB" i="0">
                          <a:solidFill>
                            <a:srgbClr val="000000"/>
                          </a:solidFill>
                          <a:latin typeface="Cambria Math" panose="02040503050406030204" pitchFamily="18" charset="0"/>
                        </a:rPr>
                        <m:t>nanoseconds</m:t>
                      </m:r>
                    </m:oMath>
                  </m:oMathPara>
                </a14:m>
                <a:endParaRPr lang="en-GB" dirty="0"/>
              </a:p>
            </p:txBody>
          </p:sp>
        </mc:Choice>
        <mc:Fallback xmlns="">
          <p:sp>
            <p:nvSpPr>
              <p:cNvPr id="25" name="Object 15">
                <a:hlinkClick r:id="" action="ppaction://ole?verb=0"/>
              </p:cNvPr>
              <p:cNvSpPr txBox="1">
                <a:spLocks noRot="1" noChangeAspect="1" noMove="1" noResize="1" noEditPoints="1" noAdjustHandles="1" noChangeArrowheads="1" noChangeShapeType="1" noTextEdit="1"/>
              </p:cNvSpPr>
              <p:nvPr/>
            </p:nvSpPr>
            <p:spPr bwMode="auto">
              <a:xfrm>
                <a:off x="5797550" y="4900613"/>
                <a:ext cx="4191000" cy="814387"/>
              </a:xfrm>
              <a:prstGeom prst="rect">
                <a:avLst/>
              </a:prstGeom>
              <a:blipFill>
                <a:blip r:embed="rId7"/>
                <a:stretch>
                  <a:fillRect/>
                </a:stretch>
              </a:blipFill>
              <a:ln>
                <a:noFill/>
              </a:ln>
              <a:effectLst/>
              <a:extLst/>
            </p:spPr>
            <p:txBody>
              <a:bodyPr/>
              <a:lstStyle/>
              <a:p>
                <a:r>
                  <a:rPr lang="en-GB">
                    <a:noFill/>
                  </a:rPr>
                  <a:t> </a:t>
                </a:r>
              </a:p>
            </p:txBody>
          </p:sp>
        </mc:Fallback>
      </mc:AlternateContent>
      <p:sp>
        <p:nvSpPr>
          <p:cNvPr id="26" name="Rectangle 16"/>
          <p:cNvSpPr>
            <a:spLocks noChangeArrowheads="1"/>
          </p:cNvSpPr>
          <p:nvPr/>
        </p:nvSpPr>
        <p:spPr bwMode="auto">
          <a:xfrm>
            <a:off x="3906838" y="4991100"/>
            <a:ext cx="17129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n-US" altLang="en-US" sz="2400"/>
          </a:p>
        </p:txBody>
      </p:sp>
      <p:sp>
        <p:nvSpPr>
          <p:cNvPr id="27" name="Text Box 17"/>
          <p:cNvSpPr txBox="1">
            <a:spLocks noChangeArrowheads="1"/>
          </p:cNvSpPr>
          <p:nvPr/>
        </p:nvSpPr>
        <p:spPr bwMode="auto">
          <a:xfrm>
            <a:off x="3846512" y="3544887"/>
            <a:ext cx="508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n-US" altLang="en-US" sz="1200" b="1">
                <a:latin typeface="Times New Roman" pitchFamily="18" charset="0"/>
              </a:rPr>
              <a:t>cycle</a:t>
            </a:r>
          </a:p>
        </p:txBody>
      </p:sp>
      <p:sp>
        <p:nvSpPr>
          <p:cNvPr id="28" name="Text Box 18"/>
          <p:cNvSpPr txBox="1">
            <a:spLocks noChangeArrowheads="1"/>
          </p:cNvSpPr>
          <p:nvPr/>
        </p:nvSpPr>
        <p:spPr bwMode="auto">
          <a:xfrm rot="16200000">
            <a:off x="3616325" y="3775075"/>
            <a:ext cx="43021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n-US" altLang="en-US" sz="1200" b="1" dirty="0">
                <a:latin typeface="Times New Roman" pitchFamily="18" charset="0"/>
              </a:rPr>
              <a:t>tick</a:t>
            </a:r>
          </a:p>
        </p:txBody>
      </p:sp>
      <p:sp>
        <p:nvSpPr>
          <p:cNvPr id="29" name="Text Box 19"/>
          <p:cNvSpPr txBox="1">
            <a:spLocks noChangeArrowheads="1"/>
          </p:cNvSpPr>
          <p:nvPr/>
        </p:nvSpPr>
        <p:spPr bwMode="auto">
          <a:xfrm rot="16200000">
            <a:off x="4103688" y="3775076"/>
            <a:ext cx="4302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n-US" altLang="en-US" sz="1200" b="1">
                <a:latin typeface="Times New Roman" pitchFamily="18" charset="0"/>
              </a:rPr>
              <a:t>tick</a:t>
            </a:r>
          </a:p>
        </p:txBody>
      </p:sp>
      <p:grpSp>
        <p:nvGrpSpPr>
          <p:cNvPr id="9216" name="Group 9215">
            <a:extLst>
              <a:ext uri="{FF2B5EF4-FFF2-40B4-BE49-F238E27FC236}">
                <a16:creationId xmlns:a16="http://schemas.microsoft.com/office/drawing/2014/main" id="{8C0F8E41-520E-4F30-9743-A6EA8AA2C305}"/>
              </a:ext>
            </a:extLst>
          </p:cNvPr>
          <p:cNvGrpSpPr/>
          <p:nvPr/>
        </p:nvGrpSpPr>
        <p:grpSpPr>
          <a:xfrm>
            <a:off x="6920038" y="361813"/>
            <a:ext cx="612250" cy="381942"/>
            <a:chOff x="6920038" y="361813"/>
            <a:chExt cx="612250" cy="381942"/>
          </a:xfrm>
        </p:grpSpPr>
        <p:cxnSp>
          <p:nvCxnSpPr>
            <p:cNvPr id="3" name="Connector: Elbow 2">
              <a:extLst>
                <a:ext uri="{FF2B5EF4-FFF2-40B4-BE49-F238E27FC236}">
                  <a16:creationId xmlns:a16="http://schemas.microsoft.com/office/drawing/2014/main" id="{C37E04DA-25C3-470E-91EA-A44A12D90185}"/>
                </a:ext>
              </a:extLst>
            </p:cNvPr>
            <p:cNvCxnSpPr>
              <a:cxnSpLocks/>
            </p:cNvCxnSpPr>
            <p:nvPr/>
          </p:nvCxnSpPr>
          <p:spPr>
            <a:xfrm rot="10800000">
              <a:off x="6920038" y="361814"/>
              <a:ext cx="612250" cy="36839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F2AABC9-B8C7-481C-AE25-210ED35099BB}"/>
                </a:ext>
              </a:extLst>
            </p:cNvPr>
            <p:cNvCxnSpPr>
              <a:cxnSpLocks/>
            </p:cNvCxnSpPr>
            <p:nvPr/>
          </p:nvCxnSpPr>
          <p:spPr>
            <a:xfrm>
              <a:off x="6920038" y="361813"/>
              <a:ext cx="0" cy="38194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E2C4D104-D547-4B75-8146-02456230EC79}"/>
              </a:ext>
            </a:extLst>
          </p:cNvPr>
          <p:cNvGrpSpPr/>
          <p:nvPr/>
        </p:nvGrpSpPr>
        <p:grpSpPr>
          <a:xfrm>
            <a:off x="7523288" y="348779"/>
            <a:ext cx="612250" cy="381942"/>
            <a:chOff x="6920038" y="361813"/>
            <a:chExt cx="612250" cy="381942"/>
          </a:xfrm>
        </p:grpSpPr>
        <p:cxnSp>
          <p:nvCxnSpPr>
            <p:cNvPr id="42" name="Connector: Elbow 41">
              <a:extLst>
                <a:ext uri="{FF2B5EF4-FFF2-40B4-BE49-F238E27FC236}">
                  <a16:creationId xmlns:a16="http://schemas.microsoft.com/office/drawing/2014/main" id="{EE83EC6F-0B37-45EB-876A-A03627C5FA40}"/>
                </a:ext>
              </a:extLst>
            </p:cNvPr>
            <p:cNvCxnSpPr>
              <a:cxnSpLocks/>
            </p:cNvCxnSpPr>
            <p:nvPr/>
          </p:nvCxnSpPr>
          <p:spPr>
            <a:xfrm rot="10800000">
              <a:off x="6920038" y="361814"/>
              <a:ext cx="612250" cy="36839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F5FD54-9842-405D-BDAA-962C9A462D98}"/>
                </a:ext>
              </a:extLst>
            </p:cNvPr>
            <p:cNvCxnSpPr>
              <a:cxnSpLocks/>
            </p:cNvCxnSpPr>
            <p:nvPr/>
          </p:nvCxnSpPr>
          <p:spPr>
            <a:xfrm>
              <a:off x="6920038" y="361813"/>
              <a:ext cx="0" cy="38194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55BA61AC-C5B8-43B5-9A34-1199192D0A06}"/>
              </a:ext>
            </a:extLst>
          </p:cNvPr>
          <p:cNvGrpSpPr/>
          <p:nvPr/>
        </p:nvGrpSpPr>
        <p:grpSpPr>
          <a:xfrm>
            <a:off x="8141819" y="334712"/>
            <a:ext cx="612250" cy="381942"/>
            <a:chOff x="6920038" y="361813"/>
            <a:chExt cx="612250" cy="381942"/>
          </a:xfrm>
        </p:grpSpPr>
        <p:cxnSp>
          <p:nvCxnSpPr>
            <p:cNvPr id="45" name="Connector: Elbow 44">
              <a:extLst>
                <a:ext uri="{FF2B5EF4-FFF2-40B4-BE49-F238E27FC236}">
                  <a16:creationId xmlns:a16="http://schemas.microsoft.com/office/drawing/2014/main" id="{1F75D3AC-040E-4363-8F23-95C664F3BB66}"/>
                </a:ext>
              </a:extLst>
            </p:cNvPr>
            <p:cNvCxnSpPr>
              <a:cxnSpLocks/>
            </p:cNvCxnSpPr>
            <p:nvPr/>
          </p:nvCxnSpPr>
          <p:spPr>
            <a:xfrm rot="10800000">
              <a:off x="6920038" y="361814"/>
              <a:ext cx="612250" cy="36839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55A77D-4E15-4EE4-B06F-3BA478D5868F}"/>
                </a:ext>
              </a:extLst>
            </p:cNvPr>
            <p:cNvCxnSpPr>
              <a:cxnSpLocks/>
            </p:cNvCxnSpPr>
            <p:nvPr/>
          </p:nvCxnSpPr>
          <p:spPr>
            <a:xfrm>
              <a:off x="6920038" y="361813"/>
              <a:ext cx="0" cy="38194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61FAAF5E-BDD3-4620-B96F-7DC8DD952B45}"/>
              </a:ext>
            </a:extLst>
          </p:cNvPr>
          <p:cNvGrpSpPr/>
          <p:nvPr/>
        </p:nvGrpSpPr>
        <p:grpSpPr>
          <a:xfrm>
            <a:off x="8754068" y="316816"/>
            <a:ext cx="612250" cy="381942"/>
            <a:chOff x="6920038" y="361813"/>
            <a:chExt cx="612250" cy="381942"/>
          </a:xfrm>
        </p:grpSpPr>
        <p:cxnSp>
          <p:nvCxnSpPr>
            <p:cNvPr id="48" name="Connector: Elbow 47">
              <a:extLst>
                <a:ext uri="{FF2B5EF4-FFF2-40B4-BE49-F238E27FC236}">
                  <a16:creationId xmlns:a16="http://schemas.microsoft.com/office/drawing/2014/main" id="{368C16E0-41BA-44AF-AE99-C20AEF124C7A}"/>
                </a:ext>
              </a:extLst>
            </p:cNvPr>
            <p:cNvCxnSpPr>
              <a:cxnSpLocks/>
            </p:cNvCxnSpPr>
            <p:nvPr/>
          </p:nvCxnSpPr>
          <p:spPr>
            <a:xfrm rot="10800000">
              <a:off x="6920038" y="361814"/>
              <a:ext cx="612250" cy="36839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E4B315D-F92C-413C-A09B-EB0FBAF8A0DB}"/>
                </a:ext>
              </a:extLst>
            </p:cNvPr>
            <p:cNvCxnSpPr>
              <a:cxnSpLocks/>
            </p:cNvCxnSpPr>
            <p:nvPr/>
          </p:nvCxnSpPr>
          <p:spPr>
            <a:xfrm>
              <a:off x="6920038" y="361813"/>
              <a:ext cx="0" cy="381942"/>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4270623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362200" y="95250"/>
            <a:ext cx="7381876" cy="762000"/>
          </a:xfrm>
        </p:spPr>
        <p:txBody>
          <a:bodyPr>
            <a:normAutofit/>
          </a:bodyPr>
          <a:lstStyle/>
          <a:p>
            <a:r>
              <a:rPr lang="en-US" b="1" dirty="0">
                <a:solidFill>
                  <a:srgbClr val="FF0000"/>
                </a:solidFill>
                <a:latin typeface="Times New Roman" pitchFamily="18" charset="0"/>
              </a:rPr>
              <a:t>Performance Equation </a:t>
            </a:r>
          </a:p>
        </p:txBody>
      </p:sp>
      <p:sp>
        <p:nvSpPr>
          <p:cNvPr id="10244" name="Rectangle 5"/>
          <p:cNvSpPr txBox="1">
            <a:spLocks noChangeArrowheads="1"/>
          </p:cNvSpPr>
          <p:nvPr/>
        </p:nvSpPr>
        <p:spPr bwMode="auto">
          <a:xfrm>
            <a:off x="7381876" y="6400800"/>
            <a:ext cx="3000375" cy="506412"/>
          </a:xfrm>
          <a:prstGeom prst="rect">
            <a:avLst/>
          </a:prstGeom>
          <a:noFill/>
          <a:ln w="9525">
            <a:noFill/>
            <a:miter lim="800000"/>
            <a:headEnd/>
            <a:tailEnd/>
          </a:ln>
        </p:spPr>
        <p:txBody>
          <a:bodyPr lIns="93689" tIns="46845" rIns="93689" bIns="46845" anchor="b"/>
          <a:lstStyle/>
          <a:p>
            <a:pPr algn="r" defTabSz="936625">
              <a:spcBef>
                <a:spcPct val="50000"/>
              </a:spcBef>
            </a:pPr>
            <a:fld id="{18C4929D-9D61-4CCC-A3C6-7AE64422244C}" type="slidenum">
              <a:rPr lang="en-US" sz="1600">
                <a:latin typeface="Tahoma" pitchFamily="34" charset="0"/>
                <a:ea typeface="Tahoma" pitchFamily="34" charset="0"/>
                <a:cs typeface="Tahoma" pitchFamily="34" charset="0"/>
              </a:rPr>
              <a:pPr algn="r" defTabSz="936625">
                <a:spcBef>
                  <a:spcPct val="50000"/>
                </a:spcBef>
              </a:pPr>
              <a:t>27</a:t>
            </a:fld>
            <a:endParaRPr lang="en-US" sz="1600" dirty="0">
              <a:latin typeface="Tahoma" pitchFamily="34" charset="0"/>
              <a:ea typeface="Tahoma" pitchFamily="34" charset="0"/>
              <a:cs typeface="Tahoma" pitchFamily="34" charset="0"/>
            </a:endParaRPr>
          </a:p>
        </p:txBody>
      </p:sp>
      <p:sp>
        <p:nvSpPr>
          <p:cNvPr id="8" name="Rectangle 5"/>
          <p:cNvSpPr txBox="1">
            <a:spLocks noChangeArrowheads="1"/>
          </p:cNvSpPr>
          <p:nvPr/>
        </p:nvSpPr>
        <p:spPr bwMode="auto">
          <a:xfrm>
            <a:off x="1524000" y="6579704"/>
            <a:ext cx="1752600" cy="304800"/>
          </a:xfrm>
          <a:prstGeom prst="rect">
            <a:avLst/>
          </a:prstGeom>
          <a:noFill/>
          <a:ln w="9525">
            <a:noFill/>
            <a:miter lim="800000"/>
            <a:headEnd/>
            <a:tailEnd/>
          </a:ln>
        </p:spPr>
        <p:txBody>
          <a:bodyPr lIns="93689" tIns="46845" rIns="93689" bIns="46845" anchor="b"/>
          <a:lstStyle/>
          <a:p>
            <a:pPr algn="ctr" defTabSz="936625">
              <a:spcBef>
                <a:spcPct val="50000"/>
              </a:spcBef>
            </a:pPr>
            <a:r>
              <a:rPr lang="en-US" sz="1400" b="1" dirty="0">
                <a:latin typeface="Tahoma" pitchFamily="34" charset="0"/>
                <a:ea typeface="Tahoma" pitchFamily="34" charset="0"/>
                <a:cs typeface="Tahoma" pitchFamily="34" charset="0"/>
              </a:rPr>
              <a:t>KICT, IIUM</a:t>
            </a:r>
          </a:p>
        </p:txBody>
      </p:sp>
      <p:sp>
        <p:nvSpPr>
          <p:cNvPr id="10" name="Rectangle 54"/>
          <p:cNvSpPr>
            <a:spLocks noChangeAspect="1" noChangeArrowheads="1"/>
          </p:cNvSpPr>
          <p:nvPr/>
        </p:nvSpPr>
        <p:spPr bwMode="auto">
          <a:xfrm>
            <a:off x="1524000" y="6516364"/>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sp>
        <p:nvSpPr>
          <p:cNvPr id="11" name="Rectangle 54"/>
          <p:cNvSpPr>
            <a:spLocks noChangeAspect="1" noChangeArrowheads="1"/>
          </p:cNvSpPr>
          <p:nvPr/>
        </p:nvSpPr>
        <p:spPr bwMode="auto">
          <a:xfrm>
            <a:off x="1524000" y="938442"/>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pic>
        <p:nvPicPr>
          <p:cNvPr id="9217" name="Picture 1" descr="C:\Users\Hafiz\Desktop\images.jpg"/>
          <p:cNvPicPr>
            <a:picLocks noChangeAspect="1" noChangeArrowheads="1"/>
          </p:cNvPicPr>
          <p:nvPr/>
        </p:nvPicPr>
        <p:blipFill>
          <a:blip r:embed="rId3"/>
          <a:srcRect/>
          <a:stretch>
            <a:fillRect/>
          </a:stretch>
        </p:blipFill>
        <p:spPr bwMode="auto">
          <a:xfrm>
            <a:off x="9744076" y="2"/>
            <a:ext cx="923924" cy="923924"/>
          </a:xfrm>
          <a:prstGeom prst="rect">
            <a:avLst/>
          </a:prstGeom>
          <a:noFill/>
        </p:spPr>
      </p:pic>
      <p:sp>
        <p:nvSpPr>
          <p:cNvPr id="9" name="TextBox 8"/>
          <p:cNvSpPr txBox="1">
            <a:spLocks noChangeArrowheads="1"/>
          </p:cNvSpPr>
          <p:nvPr/>
        </p:nvSpPr>
        <p:spPr bwMode="auto">
          <a:xfrm>
            <a:off x="5419726" y="6553200"/>
            <a:ext cx="2047875" cy="304800"/>
          </a:xfrm>
          <a:prstGeom prst="rect">
            <a:avLst/>
          </a:prstGeom>
          <a:noFill/>
          <a:ln w="9525">
            <a:noFill/>
            <a:miter lim="800000"/>
            <a:headEnd/>
            <a:tailEnd/>
          </a:ln>
        </p:spPr>
        <p:txBody>
          <a:bodyPr lIns="93689" tIns="46845" rIns="93689" bIns="46845" anchor="b"/>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6625">
              <a:spcBef>
                <a:spcPct val="50000"/>
              </a:spcBef>
            </a:pPr>
            <a:r>
              <a:rPr lang="en-US" sz="1400" dirty="0">
                <a:latin typeface="Tahoma" pitchFamily="34" charset="0"/>
                <a:ea typeface="Tahoma" pitchFamily="34" charset="0"/>
                <a:cs typeface="Tahoma" pitchFamily="34" charset="0"/>
              </a:rPr>
              <a:t>Performance</a:t>
            </a:r>
          </a:p>
        </p:txBody>
      </p:sp>
      <p:sp>
        <p:nvSpPr>
          <p:cNvPr id="21" name="Rectangle 3"/>
          <p:cNvSpPr txBox="1">
            <a:spLocks noChangeArrowheads="1"/>
          </p:cNvSpPr>
          <p:nvPr/>
        </p:nvSpPr>
        <p:spPr>
          <a:xfrm>
            <a:off x="1828800" y="3886200"/>
            <a:ext cx="8553450" cy="1828800"/>
          </a:xfrm>
          <a:prstGeom prst="rect">
            <a:avLst/>
          </a:prstGeom>
        </p:spPr>
        <p:txBody>
          <a:bodyPr vert="horz">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lang="en-US" altLang="en-US" sz="3200" dirty="0"/>
              <a:t>So, to improve performance one can either:</a:t>
            </a:r>
          </a:p>
          <a:p>
            <a:pPr lvl="1"/>
            <a:r>
              <a:rPr lang="en-US" altLang="en-US" sz="2800" dirty="0"/>
              <a:t>reduce the number of cycles for a program, or</a:t>
            </a:r>
          </a:p>
          <a:p>
            <a:pPr lvl="1"/>
            <a:r>
              <a:rPr lang="en-US" altLang="en-US" sz="2800" dirty="0"/>
              <a:t>reduce the clock cycle time, or, equivalently,</a:t>
            </a:r>
          </a:p>
          <a:p>
            <a:pPr lvl="1"/>
            <a:r>
              <a:rPr lang="en-US" altLang="en-US" sz="2800" dirty="0"/>
              <a:t>increase the clock rate</a:t>
            </a:r>
          </a:p>
        </p:txBody>
      </p:sp>
      <p:graphicFrame>
        <p:nvGraphicFramePr>
          <p:cNvPr id="22" name="Object 4">
            <a:hlinkClick r:id="" action="ppaction://ole?verb=0"/>
          </p:cNvPr>
          <p:cNvGraphicFramePr>
            <a:graphicFrameLocks/>
          </p:cNvGraphicFramePr>
          <p:nvPr/>
        </p:nvGraphicFramePr>
        <p:xfrm>
          <a:off x="4267200" y="1066800"/>
          <a:ext cx="3962400" cy="914400"/>
        </p:xfrm>
        <a:graphic>
          <a:graphicData uri="http://schemas.openxmlformats.org/presentationml/2006/ole">
            <mc:AlternateContent xmlns:mc="http://schemas.openxmlformats.org/markup-compatibility/2006">
              <mc:Choice xmlns:v="urn:schemas-microsoft-com:vml" Requires="v">
                <p:oleObj name="Equation" r:id="rId4" imgW="1917360" imgH="419040" progId="Equation.3">
                  <p:embed/>
                </p:oleObj>
              </mc:Choice>
              <mc:Fallback>
                <p:oleObj name="Equation" r:id="rId4" imgW="1917360" imgH="419040" progId="Equation.3">
                  <p:embed/>
                  <p:pic>
                    <p:nvPicPr>
                      <p:cNvPr id="22" name="Object 4">
                        <a:hlinkClick r:id="" action="ppaction://ole?verb=0"/>
                      </p:cNvPr>
                      <p:cNvPicPr>
                        <a:picLocks noChangeArrowheads="1"/>
                      </p:cNvPicPr>
                      <p:nvPr/>
                    </p:nvPicPr>
                    <p:blipFill>
                      <a:blip r:embed="rId5"/>
                      <a:srcRect/>
                      <a:stretch>
                        <a:fillRect/>
                      </a:stretch>
                    </p:blipFill>
                    <p:spPr bwMode="auto">
                      <a:xfrm>
                        <a:off x="4267200" y="1066800"/>
                        <a:ext cx="3962400" cy="914400"/>
                      </a:xfrm>
                      <a:prstGeom prst="rect">
                        <a:avLst/>
                      </a:prstGeom>
                      <a:noFill/>
                      <a:ln>
                        <a:noFill/>
                      </a:ln>
                      <a:effectLst/>
                    </p:spPr>
                  </p:pic>
                </p:oleObj>
              </mc:Fallback>
            </mc:AlternateContent>
          </a:graphicData>
        </a:graphic>
      </p:graphicFrame>
      <p:sp>
        <p:nvSpPr>
          <p:cNvPr id="24" name="Text Box 8"/>
          <p:cNvSpPr txBox="1">
            <a:spLocks noChangeArrowheads="1"/>
          </p:cNvSpPr>
          <p:nvPr/>
        </p:nvSpPr>
        <p:spPr bwMode="auto">
          <a:xfrm>
            <a:off x="5411788" y="2117726"/>
            <a:ext cx="15224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n-US" altLang="en-US" sz="2000" dirty="0"/>
              <a:t>equivalently</a:t>
            </a:r>
          </a:p>
        </p:txBody>
      </p:sp>
      <p:grpSp>
        <p:nvGrpSpPr>
          <p:cNvPr id="2" name="Group 1"/>
          <p:cNvGrpSpPr/>
          <p:nvPr/>
        </p:nvGrpSpPr>
        <p:grpSpPr>
          <a:xfrm>
            <a:off x="2773364" y="2819400"/>
            <a:ext cx="6645275" cy="641350"/>
            <a:chOff x="1249363" y="3200400"/>
            <a:chExt cx="6645275" cy="641350"/>
          </a:xfrm>
        </p:grpSpPr>
        <p:sp>
          <p:nvSpPr>
            <p:cNvPr id="25" name="Text Box 5"/>
            <p:cNvSpPr txBox="1">
              <a:spLocks noChangeArrowheads="1"/>
            </p:cNvSpPr>
            <p:nvPr/>
          </p:nvSpPr>
          <p:spPr bwMode="auto">
            <a:xfrm>
              <a:off x="1249363" y="3200400"/>
              <a:ext cx="66452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n-US" altLang="en-US" sz="1800" dirty="0">
                  <a:latin typeface="Times New Roman" pitchFamily="18" charset="0"/>
                </a:rPr>
                <a:t>CPU execution time            CPU clock cycles         Clock cycle time    </a:t>
              </a:r>
            </a:p>
            <a:p>
              <a:pPr eaLnBrk="1" hangingPunct="1">
                <a:spcBef>
                  <a:spcPct val="0"/>
                </a:spcBef>
                <a:buClrTx/>
                <a:buSzTx/>
                <a:buFontTx/>
                <a:buNone/>
              </a:pPr>
              <a:r>
                <a:rPr lang="en-US" altLang="en-US" sz="1800" dirty="0">
                  <a:latin typeface="Times New Roman" pitchFamily="18" charset="0"/>
                </a:rPr>
                <a:t>for a program                       for a program</a:t>
              </a:r>
            </a:p>
          </p:txBody>
        </p:sp>
        <p:sp>
          <p:nvSpPr>
            <p:cNvPr id="26" name="Text Box 6"/>
            <p:cNvSpPr txBox="1">
              <a:spLocks noChangeArrowheads="1"/>
            </p:cNvSpPr>
            <p:nvPr/>
          </p:nvSpPr>
          <p:spPr bwMode="auto">
            <a:xfrm>
              <a:off x="3352800" y="3352800"/>
              <a:ext cx="3127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n-US" altLang="en-US" sz="1800" dirty="0">
                  <a:latin typeface="Times New Roman" pitchFamily="18" charset="0"/>
                </a:rPr>
                <a:t>=</a:t>
              </a:r>
            </a:p>
          </p:txBody>
        </p:sp>
        <p:sp>
          <p:nvSpPr>
            <p:cNvPr id="27" name="Text Box 7"/>
            <p:cNvSpPr txBox="1">
              <a:spLocks noChangeArrowheads="1"/>
            </p:cNvSpPr>
            <p:nvPr/>
          </p:nvSpPr>
          <p:spPr bwMode="auto">
            <a:xfrm>
              <a:off x="5638800" y="3200400"/>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n-US" altLang="en-US" sz="2000">
                  <a:sym typeface="Symbol" pitchFamily="18" charset="2"/>
                </a:rPr>
                <a:t></a:t>
              </a:r>
              <a:endParaRPr lang="en-US" altLang="en-US" sz="2000"/>
            </a:p>
          </p:txBody>
        </p:sp>
      </p:grpSp>
    </p:spTree>
    <p:extLst>
      <p:ext uri="{BB962C8B-B14F-4D97-AF65-F5344CB8AC3E}">
        <p14:creationId xmlns:p14="http://schemas.microsoft.com/office/powerpoint/2010/main" val="1681988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600200" y="95250"/>
            <a:ext cx="8605838" cy="762000"/>
          </a:xfrm>
        </p:spPr>
        <p:txBody>
          <a:bodyPr>
            <a:normAutofit/>
          </a:bodyPr>
          <a:lstStyle/>
          <a:p>
            <a:r>
              <a:rPr lang="en-US" altLang="en-US" sz="3200" dirty="0">
                <a:solidFill>
                  <a:srgbClr val="FF0000"/>
                </a:solidFill>
                <a:latin typeface="Arial" panose="020B0604020202020204" pitchFamily="34" charset="0"/>
                <a:cs typeface="Arial" panose="020B0604020202020204" pitchFamily="34" charset="0"/>
              </a:rPr>
              <a:t>How many cycles are required for a program?</a:t>
            </a:r>
            <a:endParaRPr lang="en-US" sz="3200" b="1" dirty="0">
              <a:solidFill>
                <a:srgbClr val="FF0000"/>
              </a:solidFill>
              <a:latin typeface="Arial" panose="020B0604020202020204" pitchFamily="34" charset="0"/>
              <a:cs typeface="Arial" panose="020B0604020202020204" pitchFamily="34" charset="0"/>
            </a:endParaRPr>
          </a:p>
        </p:txBody>
      </p:sp>
      <p:sp>
        <p:nvSpPr>
          <p:cNvPr id="10244" name="Rectangle 5"/>
          <p:cNvSpPr txBox="1">
            <a:spLocks noChangeArrowheads="1"/>
          </p:cNvSpPr>
          <p:nvPr/>
        </p:nvSpPr>
        <p:spPr bwMode="auto">
          <a:xfrm>
            <a:off x="7381876" y="6400800"/>
            <a:ext cx="3000375" cy="506412"/>
          </a:xfrm>
          <a:prstGeom prst="rect">
            <a:avLst/>
          </a:prstGeom>
          <a:noFill/>
          <a:ln w="9525">
            <a:noFill/>
            <a:miter lim="800000"/>
            <a:headEnd/>
            <a:tailEnd/>
          </a:ln>
        </p:spPr>
        <p:txBody>
          <a:bodyPr lIns="93689" tIns="46845" rIns="93689" bIns="46845" anchor="b"/>
          <a:lstStyle/>
          <a:p>
            <a:pPr algn="r" defTabSz="936625">
              <a:spcBef>
                <a:spcPct val="50000"/>
              </a:spcBef>
            </a:pPr>
            <a:fld id="{18C4929D-9D61-4CCC-A3C6-7AE64422244C}" type="slidenum">
              <a:rPr lang="en-US" sz="1600">
                <a:latin typeface="Tahoma" pitchFamily="34" charset="0"/>
                <a:ea typeface="Tahoma" pitchFamily="34" charset="0"/>
                <a:cs typeface="Tahoma" pitchFamily="34" charset="0"/>
              </a:rPr>
              <a:pPr algn="r" defTabSz="936625">
                <a:spcBef>
                  <a:spcPct val="50000"/>
                </a:spcBef>
              </a:pPr>
              <a:t>28</a:t>
            </a:fld>
            <a:endParaRPr lang="en-US" sz="1600" dirty="0">
              <a:latin typeface="Tahoma" pitchFamily="34" charset="0"/>
              <a:ea typeface="Tahoma" pitchFamily="34" charset="0"/>
              <a:cs typeface="Tahoma" pitchFamily="34" charset="0"/>
            </a:endParaRPr>
          </a:p>
        </p:txBody>
      </p:sp>
      <p:sp>
        <p:nvSpPr>
          <p:cNvPr id="8" name="Rectangle 5"/>
          <p:cNvSpPr txBox="1">
            <a:spLocks noChangeArrowheads="1"/>
          </p:cNvSpPr>
          <p:nvPr/>
        </p:nvSpPr>
        <p:spPr bwMode="auto">
          <a:xfrm>
            <a:off x="1524000" y="6579704"/>
            <a:ext cx="1752600" cy="304800"/>
          </a:xfrm>
          <a:prstGeom prst="rect">
            <a:avLst/>
          </a:prstGeom>
          <a:noFill/>
          <a:ln w="9525">
            <a:noFill/>
            <a:miter lim="800000"/>
            <a:headEnd/>
            <a:tailEnd/>
          </a:ln>
        </p:spPr>
        <p:txBody>
          <a:bodyPr lIns="93689" tIns="46845" rIns="93689" bIns="46845" anchor="b"/>
          <a:lstStyle/>
          <a:p>
            <a:pPr algn="ctr" defTabSz="936625">
              <a:spcBef>
                <a:spcPct val="50000"/>
              </a:spcBef>
            </a:pPr>
            <a:r>
              <a:rPr lang="en-US" sz="1400" b="1" dirty="0">
                <a:latin typeface="Tahoma" pitchFamily="34" charset="0"/>
                <a:ea typeface="Tahoma" pitchFamily="34" charset="0"/>
                <a:cs typeface="Tahoma" pitchFamily="34" charset="0"/>
              </a:rPr>
              <a:t>KICT, IIUM</a:t>
            </a:r>
          </a:p>
        </p:txBody>
      </p:sp>
      <p:sp>
        <p:nvSpPr>
          <p:cNvPr id="10" name="Rectangle 54"/>
          <p:cNvSpPr>
            <a:spLocks noChangeAspect="1" noChangeArrowheads="1"/>
          </p:cNvSpPr>
          <p:nvPr/>
        </p:nvSpPr>
        <p:spPr bwMode="auto">
          <a:xfrm>
            <a:off x="1524000" y="6516364"/>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sp>
        <p:nvSpPr>
          <p:cNvPr id="11" name="Rectangle 54"/>
          <p:cNvSpPr>
            <a:spLocks noChangeAspect="1" noChangeArrowheads="1"/>
          </p:cNvSpPr>
          <p:nvPr/>
        </p:nvSpPr>
        <p:spPr bwMode="auto">
          <a:xfrm>
            <a:off x="1524000" y="938442"/>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pic>
        <p:nvPicPr>
          <p:cNvPr id="9217" name="Picture 1" descr="C:\Users\Hafiz\Desktop\images.jpg"/>
          <p:cNvPicPr>
            <a:picLocks noChangeAspect="1" noChangeArrowheads="1"/>
          </p:cNvPicPr>
          <p:nvPr/>
        </p:nvPicPr>
        <p:blipFill>
          <a:blip r:embed="rId3"/>
          <a:srcRect/>
          <a:stretch>
            <a:fillRect/>
          </a:stretch>
        </p:blipFill>
        <p:spPr bwMode="auto">
          <a:xfrm>
            <a:off x="9744076" y="2"/>
            <a:ext cx="923924" cy="923924"/>
          </a:xfrm>
          <a:prstGeom prst="rect">
            <a:avLst/>
          </a:prstGeom>
          <a:noFill/>
        </p:spPr>
      </p:pic>
      <p:sp>
        <p:nvSpPr>
          <p:cNvPr id="9" name="TextBox 8"/>
          <p:cNvSpPr txBox="1">
            <a:spLocks noChangeArrowheads="1"/>
          </p:cNvSpPr>
          <p:nvPr/>
        </p:nvSpPr>
        <p:spPr bwMode="auto">
          <a:xfrm>
            <a:off x="5419726" y="6553200"/>
            <a:ext cx="2047875" cy="304800"/>
          </a:xfrm>
          <a:prstGeom prst="rect">
            <a:avLst/>
          </a:prstGeom>
          <a:noFill/>
          <a:ln w="9525">
            <a:noFill/>
            <a:miter lim="800000"/>
            <a:headEnd/>
            <a:tailEnd/>
          </a:ln>
        </p:spPr>
        <p:txBody>
          <a:bodyPr lIns="93689" tIns="46845" rIns="93689" bIns="46845" anchor="b"/>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6625">
              <a:spcBef>
                <a:spcPct val="50000"/>
              </a:spcBef>
            </a:pPr>
            <a:r>
              <a:rPr lang="en-US" sz="1400" dirty="0">
                <a:latin typeface="Tahoma" pitchFamily="34" charset="0"/>
                <a:ea typeface="Tahoma" pitchFamily="34" charset="0"/>
                <a:cs typeface="Tahoma" pitchFamily="34" charset="0"/>
              </a:rPr>
              <a:t>Performance</a:t>
            </a:r>
          </a:p>
        </p:txBody>
      </p:sp>
      <p:sp>
        <p:nvSpPr>
          <p:cNvPr id="38" name="Rectangle 3"/>
          <p:cNvSpPr txBox="1">
            <a:spLocks noChangeArrowheads="1"/>
          </p:cNvSpPr>
          <p:nvPr/>
        </p:nvSpPr>
        <p:spPr>
          <a:xfrm>
            <a:off x="1676400" y="1143000"/>
            <a:ext cx="8915400" cy="5105400"/>
          </a:xfrm>
          <a:prstGeom prst="rect">
            <a:avLst/>
          </a:prstGeo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lang="en-US" altLang="en-US" sz="2400" dirty="0">
                <a:latin typeface="Tahoma" panose="020B0604030504040204" pitchFamily="34" charset="0"/>
                <a:ea typeface="Tahoma" panose="020B0604030504040204" pitchFamily="34" charset="0"/>
                <a:cs typeface="Tahoma" panose="020B0604030504040204" pitchFamily="34" charset="0"/>
              </a:rPr>
              <a:t>Assume that # of cycles = # of instructions</a:t>
            </a:r>
          </a:p>
        </p:txBody>
      </p:sp>
      <p:grpSp>
        <p:nvGrpSpPr>
          <p:cNvPr id="39" name="Group 6"/>
          <p:cNvGrpSpPr>
            <a:grpSpLocks/>
          </p:cNvGrpSpPr>
          <p:nvPr/>
        </p:nvGrpSpPr>
        <p:grpSpPr bwMode="auto">
          <a:xfrm>
            <a:off x="3200400" y="1676400"/>
            <a:ext cx="5562600" cy="3276600"/>
            <a:chOff x="1084" y="1157"/>
            <a:chExt cx="2621" cy="1589"/>
          </a:xfrm>
        </p:grpSpPr>
        <p:sp>
          <p:nvSpPr>
            <p:cNvPr id="40" name="Line 7"/>
            <p:cNvSpPr>
              <a:spLocks noChangeShapeType="1"/>
            </p:cNvSpPr>
            <p:nvPr/>
          </p:nvSpPr>
          <p:spPr bwMode="auto">
            <a:xfrm>
              <a:off x="1084" y="2671"/>
              <a:ext cx="2621" cy="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Tahoma" panose="020B0604030504040204" pitchFamily="34" charset="0"/>
                <a:ea typeface="Tahoma" panose="020B0604030504040204" pitchFamily="34" charset="0"/>
                <a:cs typeface="Tahoma" panose="020B0604030504040204" pitchFamily="34" charset="0"/>
              </a:endParaRPr>
            </a:p>
          </p:txBody>
        </p:sp>
        <p:sp>
          <p:nvSpPr>
            <p:cNvPr id="41" name="Line 8"/>
            <p:cNvSpPr>
              <a:spLocks noChangeShapeType="1"/>
            </p:cNvSpPr>
            <p:nvPr/>
          </p:nvSpPr>
          <p:spPr bwMode="auto">
            <a:xfrm flipV="1">
              <a:off x="1221" y="2597"/>
              <a:ext cx="0" cy="14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Tahoma" panose="020B0604030504040204" pitchFamily="34" charset="0"/>
                <a:ea typeface="Tahoma" panose="020B0604030504040204" pitchFamily="34" charset="0"/>
                <a:cs typeface="Tahoma" panose="020B0604030504040204" pitchFamily="34" charset="0"/>
              </a:endParaRPr>
            </a:p>
          </p:txBody>
        </p:sp>
        <p:sp>
          <p:nvSpPr>
            <p:cNvPr id="42" name="Line 9"/>
            <p:cNvSpPr>
              <a:spLocks noChangeShapeType="1"/>
            </p:cNvSpPr>
            <p:nvPr/>
          </p:nvSpPr>
          <p:spPr bwMode="auto">
            <a:xfrm flipV="1">
              <a:off x="1506" y="2597"/>
              <a:ext cx="0" cy="14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Tahoma" panose="020B0604030504040204" pitchFamily="34" charset="0"/>
                <a:ea typeface="Tahoma" panose="020B0604030504040204" pitchFamily="34" charset="0"/>
                <a:cs typeface="Tahoma" panose="020B0604030504040204" pitchFamily="34" charset="0"/>
              </a:endParaRPr>
            </a:p>
          </p:txBody>
        </p:sp>
        <p:sp>
          <p:nvSpPr>
            <p:cNvPr id="43" name="Line 10"/>
            <p:cNvSpPr>
              <a:spLocks noChangeShapeType="1"/>
            </p:cNvSpPr>
            <p:nvPr/>
          </p:nvSpPr>
          <p:spPr bwMode="auto">
            <a:xfrm flipV="1">
              <a:off x="1790" y="2597"/>
              <a:ext cx="0" cy="14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Tahoma" panose="020B0604030504040204" pitchFamily="34" charset="0"/>
                <a:ea typeface="Tahoma" panose="020B0604030504040204" pitchFamily="34" charset="0"/>
                <a:cs typeface="Tahoma" panose="020B0604030504040204" pitchFamily="34" charset="0"/>
              </a:endParaRPr>
            </a:p>
          </p:txBody>
        </p:sp>
        <p:sp>
          <p:nvSpPr>
            <p:cNvPr id="44" name="Line 11"/>
            <p:cNvSpPr>
              <a:spLocks noChangeShapeType="1"/>
            </p:cNvSpPr>
            <p:nvPr/>
          </p:nvSpPr>
          <p:spPr bwMode="auto">
            <a:xfrm flipV="1">
              <a:off x="2074" y="2597"/>
              <a:ext cx="0" cy="14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Tahoma" panose="020B0604030504040204" pitchFamily="34" charset="0"/>
                <a:ea typeface="Tahoma" panose="020B0604030504040204" pitchFamily="34" charset="0"/>
                <a:cs typeface="Tahoma" panose="020B0604030504040204" pitchFamily="34" charset="0"/>
              </a:endParaRPr>
            </a:p>
          </p:txBody>
        </p:sp>
        <p:sp>
          <p:nvSpPr>
            <p:cNvPr id="45" name="Line 12"/>
            <p:cNvSpPr>
              <a:spLocks noChangeShapeType="1"/>
            </p:cNvSpPr>
            <p:nvPr/>
          </p:nvSpPr>
          <p:spPr bwMode="auto">
            <a:xfrm flipV="1">
              <a:off x="2359" y="2597"/>
              <a:ext cx="0" cy="14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Tahoma" panose="020B0604030504040204" pitchFamily="34" charset="0"/>
                <a:ea typeface="Tahoma" panose="020B0604030504040204" pitchFamily="34" charset="0"/>
                <a:cs typeface="Tahoma" panose="020B0604030504040204" pitchFamily="34" charset="0"/>
              </a:endParaRPr>
            </a:p>
          </p:txBody>
        </p:sp>
        <p:sp>
          <p:nvSpPr>
            <p:cNvPr id="46" name="Line 13"/>
            <p:cNvSpPr>
              <a:spLocks noChangeShapeType="1"/>
            </p:cNvSpPr>
            <p:nvPr/>
          </p:nvSpPr>
          <p:spPr bwMode="auto">
            <a:xfrm flipV="1">
              <a:off x="2643" y="2597"/>
              <a:ext cx="0" cy="14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Tahoma" panose="020B0604030504040204" pitchFamily="34" charset="0"/>
                <a:ea typeface="Tahoma" panose="020B0604030504040204" pitchFamily="34" charset="0"/>
                <a:cs typeface="Tahoma" panose="020B0604030504040204" pitchFamily="34" charset="0"/>
              </a:endParaRPr>
            </a:p>
          </p:txBody>
        </p:sp>
        <p:sp>
          <p:nvSpPr>
            <p:cNvPr id="47" name="Line 14"/>
            <p:cNvSpPr>
              <a:spLocks noChangeShapeType="1"/>
            </p:cNvSpPr>
            <p:nvPr/>
          </p:nvSpPr>
          <p:spPr bwMode="auto">
            <a:xfrm flipV="1">
              <a:off x="2927" y="2597"/>
              <a:ext cx="0" cy="14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Tahoma" panose="020B0604030504040204" pitchFamily="34" charset="0"/>
                <a:ea typeface="Tahoma" panose="020B0604030504040204" pitchFamily="34" charset="0"/>
                <a:cs typeface="Tahoma" panose="020B0604030504040204" pitchFamily="34" charset="0"/>
              </a:endParaRPr>
            </a:p>
          </p:txBody>
        </p:sp>
        <p:sp>
          <p:nvSpPr>
            <p:cNvPr id="48" name="Line 15"/>
            <p:cNvSpPr>
              <a:spLocks noChangeShapeType="1"/>
            </p:cNvSpPr>
            <p:nvPr/>
          </p:nvSpPr>
          <p:spPr bwMode="auto">
            <a:xfrm flipV="1">
              <a:off x="3212" y="2597"/>
              <a:ext cx="0" cy="14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Tahoma" panose="020B0604030504040204" pitchFamily="34" charset="0"/>
                <a:ea typeface="Tahoma" panose="020B0604030504040204" pitchFamily="34" charset="0"/>
                <a:cs typeface="Tahoma" panose="020B0604030504040204" pitchFamily="34" charset="0"/>
              </a:endParaRPr>
            </a:p>
          </p:txBody>
        </p:sp>
        <p:sp>
          <p:nvSpPr>
            <p:cNvPr id="49" name="Rectangle 16"/>
            <p:cNvSpPr>
              <a:spLocks noChangeArrowheads="1"/>
            </p:cNvSpPr>
            <p:nvPr/>
          </p:nvSpPr>
          <p:spPr bwMode="auto">
            <a:xfrm rot="-5400000">
              <a:off x="874" y="1551"/>
              <a:ext cx="1034" cy="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050" tIns="26988" rIns="19050" bIns="26988"/>
            <a:lstStyle>
              <a:lvl1pPr defTabSz="904875" eaLnBrk="0" hangingPunct="0">
                <a:spcBef>
                  <a:spcPct val="20000"/>
                </a:spcBef>
                <a:buClr>
                  <a:schemeClr val="folHlink"/>
                </a:buClr>
                <a:buSzPct val="60000"/>
                <a:buFont typeface="Wingdings" pitchFamily="2" charset="2"/>
                <a:buChar char="n"/>
                <a:tabLst>
                  <a:tab pos="452438" algn="l"/>
                  <a:tab pos="904875" algn="l"/>
                  <a:tab pos="1357313" algn="l"/>
                </a:tabLst>
                <a:defRPr sz="3200">
                  <a:solidFill>
                    <a:schemeClr val="tx1"/>
                  </a:solidFill>
                  <a:latin typeface="Tahoma" pitchFamily="34" charset="0"/>
                </a:defRPr>
              </a:lvl1pPr>
              <a:lvl2pPr marL="742950" indent="-285750" defTabSz="904875" eaLnBrk="0" hangingPunct="0">
                <a:spcBef>
                  <a:spcPct val="20000"/>
                </a:spcBef>
                <a:buClr>
                  <a:schemeClr val="hlink"/>
                </a:buClr>
                <a:buSzPct val="55000"/>
                <a:buFont typeface="Wingdings" pitchFamily="2" charset="2"/>
                <a:buChar char="n"/>
                <a:tabLst>
                  <a:tab pos="452438" algn="l"/>
                  <a:tab pos="904875" algn="l"/>
                  <a:tab pos="1357313" algn="l"/>
                </a:tabLst>
                <a:defRPr sz="2800">
                  <a:solidFill>
                    <a:schemeClr val="tx1"/>
                  </a:solidFill>
                  <a:latin typeface="Tahoma" pitchFamily="34" charset="0"/>
                </a:defRPr>
              </a:lvl2pPr>
              <a:lvl3pPr marL="1143000" indent="-228600" defTabSz="904875" eaLnBrk="0" hangingPunct="0">
                <a:spcBef>
                  <a:spcPct val="20000"/>
                </a:spcBef>
                <a:buClr>
                  <a:schemeClr val="folHlink"/>
                </a:buClr>
                <a:buSzPct val="50000"/>
                <a:buFont typeface="Wingdings" pitchFamily="2" charset="2"/>
                <a:buChar char="n"/>
                <a:tabLst>
                  <a:tab pos="452438" algn="l"/>
                  <a:tab pos="904875" algn="l"/>
                  <a:tab pos="1357313" algn="l"/>
                </a:tabLst>
                <a:defRPr sz="2400">
                  <a:solidFill>
                    <a:schemeClr val="tx1"/>
                  </a:solidFill>
                  <a:latin typeface="Tahoma" pitchFamily="34" charset="0"/>
                </a:defRPr>
              </a:lvl3pPr>
              <a:lvl4pPr marL="1600200" indent="-228600" defTabSz="904875" eaLnBrk="0" hangingPunct="0">
                <a:spcBef>
                  <a:spcPct val="20000"/>
                </a:spcBef>
                <a:buClr>
                  <a:schemeClr val="accent2"/>
                </a:buClr>
                <a:buSzPct val="55000"/>
                <a:buFont typeface="Wingdings" pitchFamily="2" charset="2"/>
                <a:buChar char="n"/>
                <a:tabLst>
                  <a:tab pos="452438" algn="l"/>
                  <a:tab pos="904875" algn="l"/>
                  <a:tab pos="1357313" algn="l"/>
                </a:tabLst>
                <a:defRPr sz="2000">
                  <a:solidFill>
                    <a:schemeClr val="tx1"/>
                  </a:solidFill>
                  <a:latin typeface="Tahoma" pitchFamily="34" charset="0"/>
                </a:defRPr>
              </a:lvl4pPr>
              <a:lvl5pPr marL="2057400" indent="-228600" defTabSz="904875" eaLnBrk="0" hangingPunct="0">
                <a:spcBef>
                  <a:spcPct val="20000"/>
                </a:spcBef>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5pPr>
              <a:lvl6pPr marL="25146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6pPr>
              <a:lvl7pPr marL="29718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7pPr>
              <a:lvl8pPr marL="34290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8pPr>
              <a:lvl9pPr marL="38862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9pPr>
            </a:lstStyle>
            <a:p>
              <a:pPr>
                <a:lnSpc>
                  <a:spcPts val="2100"/>
                </a:lnSpc>
                <a:spcBef>
                  <a:spcPct val="0"/>
                </a:spcBef>
                <a:buClrTx/>
                <a:buSzTx/>
                <a:buNone/>
              </a:pPr>
              <a:r>
                <a:rPr lang="en-US" altLang="en-US" sz="2000" dirty="0">
                  <a:solidFill>
                    <a:srgbClr val="000000"/>
                  </a:solidFill>
                  <a:ea typeface="Tahoma" panose="020B0604030504040204" pitchFamily="34" charset="0"/>
                  <a:cs typeface="Tahoma" panose="020B0604030504040204" pitchFamily="34" charset="0"/>
                </a:rPr>
                <a:t>1st instruction</a:t>
              </a:r>
            </a:p>
          </p:txBody>
        </p:sp>
        <p:sp>
          <p:nvSpPr>
            <p:cNvPr id="50" name="Rectangle 17"/>
            <p:cNvSpPr>
              <a:spLocks noChangeArrowheads="1"/>
            </p:cNvSpPr>
            <p:nvPr/>
          </p:nvSpPr>
          <p:spPr bwMode="auto">
            <a:xfrm rot="-5400000">
              <a:off x="1158" y="1551"/>
              <a:ext cx="1034" cy="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050" tIns="26988" rIns="19050" bIns="26988"/>
            <a:lstStyle>
              <a:lvl1pPr defTabSz="904875" eaLnBrk="0" hangingPunct="0">
                <a:spcBef>
                  <a:spcPct val="20000"/>
                </a:spcBef>
                <a:buClr>
                  <a:schemeClr val="folHlink"/>
                </a:buClr>
                <a:buSzPct val="60000"/>
                <a:buFont typeface="Wingdings" pitchFamily="2" charset="2"/>
                <a:buChar char="n"/>
                <a:tabLst>
                  <a:tab pos="452438" algn="l"/>
                  <a:tab pos="904875" algn="l"/>
                  <a:tab pos="1357313" algn="l"/>
                </a:tabLst>
                <a:defRPr sz="3200">
                  <a:solidFill>
                    <a:schemeClr val="tx1"/>
                  </a:solidFill>
                  <a:latin typeface="Tahoma" pitchFamily="34" charset="0"/>
                </a:defRPr>
              </a:lvl1pPr>
              <a:lvl2pPr marL="742950" indent="-285750" defTabSz="904875" eaLnBrk="0" hangingPunct="0">
                <a:spcBef>
                  <a:spcPct val="20000"/>
                </a:spcBef>
                <a:buClr>
                  <a:schemeClr val="hlink"/>
                </a:buClr>
                <a:buSzPct val="55000"/>
                <a:buFont typeface="Wingdings" pitchFamily="2" charset="2"/>
                <a:buChar char="n"/>
                <a:tabLst>
                  <a:tab pos="452438" algn="l"/>
                  <a:tab pos="904875" algn="l"/>
                  <a:tab pos="1357313" algn="l"/>
                </a:tabLst>
                <a:defRPr sz="2800">
                  <a:solidFill>
                    <a:schemeClr val="tx1"/>
                  </a:solidFill>
                  <a:latin typeface="Tahoma" pitchFamily="34" charset="0"/>
                </a:defRPr>
              </a:lvl2pPr>
              <a:lvl3pPr marL="1143000" indent="-228600" defTabSz="904875" eaLnBrk="0" hangingPunct="0">
                <a:spcBef>
                  <a:spcPct val="20000"/>
                </a:spcBef>
                <a:buClr>
                  <a:schemeClr val="folHlink"/>
                </a:buClr>
                <a:buSzPct val="50000"/>
                <a:buFont typeface="Wingdings" pitchFamily="2" charset="2"/>
                <a:buChar char="n"/>
                <a:tabLst>
                  <a:tab pos="452438" algn="l"/>
                  <a:tab pos="904875" algn="l"/>
                  <a:tab pos="1357313" algn="l"/>
                </a:tabLst>
                <a:defRPr sz="2400">
                  <a:solidFill>
                    <a:schemeClr val="tx1"/>
                  </a:solidFill>
                  <a:latin typeface="Tahoma" pitchFamily="34" charset="0"/>
                </a:defRPr>
              </a:lvl3pPr>
              <a:lvl4pPr marL="1600200" indent="-228600" defTabSz="904875" eaLnBrk="0" hangingPunct="0">
                <a:spcBef>
                  <a:spcPct val="20000"/>
                </a:spcBef>
                <a:buClr>
                  <a:schemeClr val="accent2"/>
                </a:buClr>
                <a:buSzPct val="55000"/>
                <a:buFont typeface="Wingdings" pitchFamily="2" charset="2"/>
                <a:buChar char="n"/>
                <a:tabLst>
                  <a:tab pos="452438" algn="l"/>
                  <a:tab pos="904875" algn="l"/>
                  <a:tab pos="1357313" algn="l"/>
                </a:tabLst>
                <a:defRPr sz="2000">
                  <a:solidFill>
                    <a:schemeClr val="tx1"/>
                  </a:solidFill>
                  <a:latin typeface="Tahoma" pitchFamily="34" charset="0"/>
                </a:defRPr>
              </a:lvl4pPr>
              <a:lvl5pPr marL="2057400" indent="-228600" defTabSz="904875" eaLnBrk="0" hangingPunct="0">
                <a:spcBef>
                  <a:spcPct val="20000"/>
                </a:spcBef>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5pPr>
              <a:lvl6pPr marL="25146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6pPr>
              <a:lvl7pPr marL="29718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7pPr>
              <a:lvl8pPr marL="34290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8pPr>
              <a:lvl9pPr marL="38862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9pPr>
            </a:lstStyle>
            <a:p>
              <a:pPr>
                <a:lnSpc>
                  <a:spcPts val="2100"/>
                </a:lnSpc>
                <a:spcBef>
                  <a:spcPct val="0"/>
                </a:spcBef>
                <a:buClrTx/>
                <a:buSzTx/>
                <a:buNone/>
              </a:pPr>
              <a:r>
                <a:rPr lang="en-US" altLang="en-US" sz="2000">
                  <a:solidFill>
                    <a:srgbClr val="000000"/>
                  </a:solidFill>
                  <a:ea typeface="Tahoma" panose="020B0604030504040204" pitchFamily="34" charset="0"/>
                  <a:cs typeface="Tahoma" panose="020B0604030504040204" pitchFamily="34" charset="0"/>
                </a:rPr>
                <a:t>2nd instruction</a:t>
              </a:r>
            </a:p>
          </p:txBody>
        </p:sp>
        <p:sp>
          <p:nvSpPr>
            <p:cNvPr id="51" name="Rectangle 18"/>
            <p:cNvSpPr>
              <a:spLocks noChangeArrowheads="1"/>
            </p:cNvSpPr>
            <p:nvPr/>
          </p:nvSpPr>
          <p:spPr bwMode="auto">
            <a:xfrm rot="-5400000">
              <a:off x="1442" y="1551"/>
              <a:ext cx="1034" cy="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050" tIns="26988" rIns="19050" bIns="26988"/>
            <a:lstStyle>
              <a:lvl1pPr defTabSz="904875" eaLnBrk="0" hangingPunct="0">
                <a:spcBef>
                  <a:spcPct val="20000"/>
                </a:spcBef>
                <a:buClr>
                  <a:schemeClr val="folHlink"/>
                </a:buClr>
                <a:buSzPct val="60000"/>
                <a:buFont typeface="Wingdings" pitchFamily="2" charset="2"/>
                <a:buChar char="n"/>
                <a:tabLst>
                  <a:tab pos="452438" algn="l"/>
                  <a:tab pos="904875" algn="l"/>
                  <a:tab pos="1357313" algn="l"/>
                </a:tabLst>
                <a:defRPr sz="3200">
                  <a:solidFill>
                    <a:schemeClr val="tx1"/>
                  </a:solidFill>
                  <a:latin typeface="Tahoma" pitchFamily="34" charset="0"/>
                </a:defRPr>
              </a:lvl1pPr>
              <a:lvl2pPr marL="742950" indent="-285750" defTabSz="904875" eaLnBrk="0" hangingPunct="0">
                <a:spcBef>
                  <a:spcPct val="20000"/>
                </a:spcBef>
                <a:buClr>
                  <a:schemeClr val="hlink"/>
                </a:buClr>
                <a:buSzPct val="55000"/>
                <a:buFont typeface="Wingdings" pitchFamily="2" charset="2"/>
                <a:buChar char="n"/>
                <a:tabLst>
                  <a:tab pos="452438" algn="l"/>
                  <a:tab pos="904875" algn="l"/>
                  <a:tab pos="1357313" algn="l"/>
                </a:tabLst>
                <a:defRPr sz="2800">
                  <a:solidFill>
                    <a:schemeClr val="tx1"/>
                  </a:solidFill>
                  <a:latin typeface="Tahoma" pitchFamily="34" charset="0"/>
                </a:defRPr>
              </a:lvl2pPr>
              <a:lvl3pPr marL="1143000" indent="-228600" defTabSz="904875" eaLnBrk="0" hangingPunct="0">
                <a:spcBef>
                  <a:spcPct val="20000"/>
                </a:spcBef>
                <a:buClr>
                  <a:schemeClr val="folHlink"/>
                </a:buClr>
                <a:buSzPct val="50000"/>
                <a:buFont typeface="Wingdings" pitchFamily="2" charset="2"/>
                <a:buChar char="n"/>
                <a:tabLst>
                  <a:tab pos="452438" algn="l"/>
                  <a:tab pos="904875" algn="l"/>
                  <a:tab pos="1357313" algn="l"/>
                </a:tabLst>
                <a:defRPr sz="2400">
                  <a:solidFill>
                    <a:schemeClr val="tx1"/>
                  </a:solidFill>
                  <a:latin typeface="Tahoma" pitchFamily="34" charset="0"/>
                </a:defRPr>
              </a:lvl3pPr>
              <a:lvl4pPr marL="1600200" indent="-228600" defTabSz="904875" eaLnBrk="0" hangingPunct="0">
                <a:spcBef>
                  <a:spcPct val="20000"/>
                </a:spcBef>
                <a:buClr>
                  <a:schemeClr val="accent2"/>
                </a:buClr>
                <a:buSzPct val="55000"/>
                <a:buFont typeface="Wingdings" pitchFamily="2" charset="2"/>
                <a:buChar char="n"/>
                <a:tabLst>
                  <a:tab pos="452438" algn="l"/>
                  <a:tab pos="904875" algn="l"/>
                  <a:tab pos="1357313" algn="l"/>
                </a:tabLst>
                <a:defRPr sz="2000">
                  <a:solidFill>
                    <a:schemeClr val="tx1"/>
                  </a:solidFill>
                  <a:latin typeface="Tahoma" pitchFamily="34" charset="0"/>
                </a:defRPr>
              </a:lvl4pPr>
              <a:lvl5pPr marL="2057400" indent="-228600" defTabSz="904875" eaLnBrk="0" hangingPunct="0">
                <a:spcBef>
                  <a:spcPct val="20000"/>
                </a:spcBef>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5pPr>
              <a:lvl6pPr marL="25146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6pPr>
              <a:lvl7pPr marL="29718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7pPr>
              <a:lvl8pPr marL="34290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8pPr>
              <a:lvl9pPr marL="38862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9pPr>
            </a:lstStyle>
            <a:p>
              <a:pPr>
                <a:lnSpc>
                  <a:spcPts val="2100"/>
                </a:lnSpc>
                <a:spcBef>
                  <a:spcPct val="0"/>
                </a:spcBef>
                <a:buClrTx/>
                <a:buSzTx/>
                <a:buNone/>
              </a:pPr>
              <a:r>
                <a:rPr lang="en-US" altLang="en-US" sz="2000">
                  <a:solidFill>
                    <a:srgbClr val="000000"/>
                  </a:solidFill>
                  <a:ea typeface="Tahoma" panose="020B0604030504040204" pitchFamily="34" charset="0"/>
                  <a:cs typeface="Tahoma" panose="020B0604030504040204" pitchFamily="34" charset="0"/>
                </a:rPr>
                <a:t>3rd instruction</a:t>
              </a:r>
            </a:p>
          </p:txBody>
        </p:sp>
        <p:sp>
          <p:nvSpPr>
            <p:cNvPr id="52" name="Rectangle 19"/>
            <p:cNvSpPr>
              <a:spLocks noChangeArrowheads="1"/>
            </p:cNvSpPr>
            <p:nvPr/>
          </p:nvSpPr>
          <p:spPr bwMode="auto">
            <a:xfrm rot="-5400000">
              <a:off x="2051" y="1875"/>
              <a:ext cx="387"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050" tIns="26988" rIns="19050" bIns="26988"/>
            <a:lstStyle>
              <a:lvl1pPr defTabSz="904875" eaLnBrk="0" hangingPunct="0">
                <a:spcBef>
                  <a:spcPct val="20000"/>
                </a:spcBef>
                <a:buClr>
                  <a:schemeClr val="folHlink"/>
                </a:buClr>
                <a:buSzPct val="60000"/>
                <a:buFont typeface="Wingdings" pitchFamily="2" charset="2"/>
                <a:buChar char="n"/>
                <a:tabLst>
                  <a:tab pos="452438" algn="l"/>
                  <a:tab pos="904875" algn="l"/>
                  <a:tab pos="1357313" algn="l"/>
                </a:tabLst>
                <a:defRPr sz="3200">
                  <a:solidFill>
                    <a:schemeClr val="tx1"/>
                  </a:solidFill>
                  <a:latin typeface="Tahoma" pitchFamily="34" charset="0"/>
                </a:defRPr>
              </a:lvl1pPr>
              <a:lvl2pPr marL="742950" indent="-285750" defTabSz="904875" eaLnBrk="0" hangingPunct="0">
                <a:spcBef>
                  <a:spcPct val="20000"/>
                </a:spcBef>
                <a:buClr>
                  <a:schemeClr val="hlink"/>
                </a:buClr>
                <a:buSzPct val="55000"/>
                <a:buFont typeface="Wingdings" pitchFamily="2" charset="2"/>
                <a:buChar char="n"/>
                <a:tabLst>
                  <a:tab pos="452438" algn="l"/>
                  <a:tab pos="904875" algn="l"/>
                  <a:tab pos="1357313" algn="l"/>
                </a:tabLst>
                <a:defRPr sz="2800">
                  <a:solidFill>
                    <a:schemeClr val="tx1"/>
                  </a:solidFill>
                  <a:latin typeface="Tahoma" pitchFamily="34" charset="0"/>
                </a:defRPr>
              </a:lvl2pPr>
              <a:lvl3pPr marL="1143000" indent="-228600" defTabSz="904875" eaLnBrk="0" hangingPunct="0">
                <a:spcBef>
                  <a:spcPct val="20000"/>
                </a:spcBef>
                <a:buClr>
                  <a:schemeClr val="folHlink"/>
                </a:buClr>
                <a:buSzPct val="50000"/>
                <a:buFont typeface="Wingdings" pitchFamily="2" charset="2"/>
                <a:buChar char="n"/>
                <a:tabLst>
                  <a:tab pos="452438" algn="l"/>
                  <a:tab pos="904875" algn="l"/>
                  <a:tab pos="1357313" algn="l"/>
                </a:tabLst>
                <a:defRPr sz="2400">
                  <a:solidFill>
                    <a:schemeClr val="tx1"/>
                  </a:solidFill>
                  <a:latin typeface="Tahoma" pitchFamily="34" charset="0"/>
                </a:defRPr>
              </a:lvl3pPr>
              <a:lvl4pPr marL="1600200" indent="-228600" defTabSz="904875" eaLnBrk="0" hangingPunct="0">
                <a:spcBef>
                  <a:spcPct val="20000"/>
                </a:spcBef>
                <a:buClr>
                  <a:schemeClr val="accent2"/>
                </a:buClr>
                <a:buSzPct val="55000"/>
                <a:buFont typeface="Wingdings" pitchFamily="2" charset="2"/>
                <a:buChar char="n"/>
                <a:tabLst>
                  <a:tab pos="452438" algn="l"/>
                  <a:tab pos="904875" algn="l"/>
                  <a:tab pos="1357313" algn="l"/>
                </a:tabLst>
                <a:defRPr sz="2000">
                  <a:solidFill>
                    <a:schemeClr val="tx1"/>
                  </a:solidFill>
                  <a:latin typeface="Tahoma" pitchFamily="34" charset="0"/>
                </a:defRPr>
              </a:lvl4pPr>
              <a:lvl5pPr marL="2057400" indent="-228600" defTabSz="904875" eaLnBrk="0" hangingPunct="0">
                <a:spcBef>
                  <a:spcPct val="20000"/>
                </a:spcBef>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5pPr>
              <a:lvl6pPr marL="25146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6pPr>
              <a:lvl7pPr marL="29718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7pPr>
              <a:lvl8pPr marL="34290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8pPr>
              <a:lvl9pPr marL="38862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9pPr>
            </a:lstStyle>
            <a:p>
              <a:pPr>
                <a:lnSpc>
                  <a:spcPts val="2100"/>
                </a:lnSpc>
                <a:spcBef>
                  <a:spcPct val="0"/>
                </a:spcBef>
                <a:buClrTx/>
                <a:buSzTx/>
                <a:buNone/>
              </a:pPr>
              <a:r>
                <a:rPr lang="en-US" altLang="en-US" sz="2000">
                  <a:solidFill>
                    <a:srgbClr val="000000"/>
                  </a:solidFill>
                  <a:ea typeface="Tahoma" panose="020B0604030504040204" pitchFamily="34" charset="0"/>
                  <a:cs typeface="Tahoma" panose="020B0604030504040204" pitchFamily="34" charset="0"/>
                </a:rPr>
                <a:t>4th</a:t>
              </a:r>
            </a:p>
          </p:txBody>
        </p:sp>
        <p:sp>
          <p:nvSpPr>
            <p:cNvPr id="53" name="Rectangle 20"/>
            <p:cNvSpPr>
              <a:spLocks noChangeArrowheads="1"/>
            </p:cNvSpPr>
            <p:nvPr/>
          </p:nvSpPr>
          <p:spPr bwMode="auto">
            <a:xfrm rot="-5400000">
              <a:off x="2335" y="1875"/>
              <a:ext cx="387" cy="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050" tIns="26988" rIns="19050" bIns="26988"/>
            <a:lstStyle>
              <a:lvl1pPr defTabSz="904875" eaLnBrk="0" hangingPunct="0">
                <a:spcBef>
                  <a:spcPct val="20000"/>
                </a:spcBef>
                <a:buClr>
                  <a:schemeClr val="folHlink"/>
                </a:buClr>
                <a:buSzPct val="60000"/>
                <a:buFont typeface="Wingdings" pitchFamily="2" charset="2"/>
                <a:buChar char="n"/>
                <a:tabLst>
                  <a:tab pos="452438" algn="l"/>
                  <a:tab pos="904875" algn="l"/>
                  <a:tab pos="1357313" algn="l"/>
                </a:tabLst>
                <a:defRPr sz="3200">
                  <a:solidFill>
                    <a:schemeClr val="tx1"/>
                  </a:solidFill>
                  <a:latin typeface="Tahoma" pitchFamily="34" charset="0"/>
                </a:defRPr>
              </a:lvl1pPr>
              <a:lvl2pPr marL="742950" indent="-285750" defTabSz="904875" eaLnBrk="0" hangingPunct="0">
                <a:spcBef>
                  <a:spcPct val="20000"/>
                </a:spcBef>
                <a:buClr>
                  <a:schemeClr val="hlink"/>
                </a:buClr>
                <a:buSzPct val="55000"/>
                <a:buFont typeface="Wingdings" pitchFamily="2" charset="2"/>
                <a:buChar char="n"/>
                <a:tabLst>
                  <a:tab pos="452438" algn="l"/>
                  <a:tab pos="904875" algn="l"/>
                  <a:tab pos="1357313" algn="l"/>
                </a:tabLst>
                <a:defRPr sz="2800">
                  <a:solidFill>
                    <a:schemeClr val="tx1"/>
                  </a:solidFill>
                  <a:latin typeface="Tahoma" pitchFamily="34" charset="0"/>
                </a:defRPr>
              </a:lvl2pPr>
              <a:lvl3pPr marL="1143000" indent="-228600" defTabSz="904875" eaLnBrk="0" hangingPunct="0">
                <a:spcBef>
                  <a:spcPct val="20000"/>
                </a:spcBef>
                <a:buClr>
                  <a:schemeClr val="folHlink"/>
                </a:buClr>
                <a:buSzPct val="50000"/>
                <a:buFont typeface="Wingdings" pitchFamily="2" charset="2"/>
                <a:buChar char="n"/>
                <a:tabLst>
                  <a:tab pos="452438" algn="l"/>
                  <a:tab pos="904875" algn="l"/>
                  <a:tab pos="1357313" algn="l"/>
                </a:tabLst>
                <a:defRPr sz="2400">
                  <a:solidFill>
                    <a:schemeClr val="tx1"/>
                  </a:solidFill>
                  <a:latin typeface="Tahoma" pitchFamily="34" charset="0"/>
                </a:defRPr>
              </a:lvl3pPr>
              <a:lvl4pPr marL="1600200" indent="-228600" defTabSz="904875" eaLnBrk="0" hangingPunct="0">
                <a:spcBef>
                  <a:spcPct val="20000"/>
                </a:spcBef>
                <a:buClr>
                  <a:schemeClr val="accent2"/>
                </a:buClr>
                <a:buSzPct val="55000"/>
                <a:buFont typeface="Wingdings" pitchFamily="2" charset="2"/>
                <a:buChar char="n"/>
                <a:tabLst>
                  <a:tab pos="452438" algn="l"/>
                  <a:tab pos="904875" algn="l"/>
                  <a:tab pos="1357313" algn="l"/>
                </a:tabLst>
                <a:defRPr sz="2000">
                  <a:solidFill>
                    <a:schemeClr val="tx1"/>
                  </a:solidFill>
                  <a:latin typeface="Tahoma" pitchFamily="34" charset="0"/>
                </a:defRPr>
              </a:lvl4pPr>
              <a:lvl5pPr marL="2057400" indent="-228600" defTabSz="904875" eaLnBrk="0" hangingPunct="0">
                <a:spcBef>
                  <a:spcPct val="20000"/>
                </a:spcBef>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5pPr>
              <a:lvl6pPr marL="25146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6pPr>
              <a:lvl7pPr marL="29718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7pPr>
              <a:lvl8pPr marL="34290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8pPr>
              <a:lvl9pPr marL="38862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9pPr>
            </a:lstStyle>
            <a:p>
              <a:pPr>
                <a:lnSpc>
                  <a:spcPts val="2100"/>
                </a:lnSpc>
                <a:spcBef>
                  <a:spcPct val="0"/>
                </a:spcBef>
                <a:buClrTx/>
                <a:buSzTx/>
                <a:buNone/>
              </a:pPr>
              <a:r>
                <a:rPr lang="en-US" altLang="en-US" sz="2000">
                  <a:solidFill>
                    <a:srgbClr val="000000"/>
                  </a:solidFill>
                  <a:ea typeface="Tahoma" panose="020B0604030504040204" pitchFamily="34" charset="0"/>
                  <a:cs typeface="Tahoma" panose="020B0604030504040204" pitchFamily="34" charset="0"/>
                </a:rPr>
                <a:t>5th</a:t>
              </a:r>
            </a:p>
          </p:txBody>
        </p:sp>
        <p:sp>
          <p:nvSpPr>
            <p:cNvPr id="54" name="Rectangle 21"/>
            <p:cNvSpPr>
              <a:spLocks noChangeArrowheads="1"/>
            </p:cNvSpPr>
            <p:nvPr/>
          </p:nvSpPr>
          <p:spPr bwMode="auto">
            <a:xfrm rot="-5400000">
              <a:off x="2619" y="1875"/>
              <a:ext cx="387" cy="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050" tIns="26988" rIns="19050" bIns="26988"/>
            <a:lstStyle>
              <a:lvl1pPr defTabSz="904875" eaLnBrk="0" hangingPunct="0">
                <a:spcBef>
                  <a:spcPct val="20000"/>
                </a:spcBef>
                <a:buClr>
                  <a:schemeClr val="folHlink"/>
                </a:buClr>
                <a:buSzPct val="60000"/>
                <a:buFont typeface="Wingdings" pitchFamily="2" charset="2"/>
                <a:buChar char="n"/>
                <a:tabLst>
                  <a:tab pos="452438" algn="l"/>
                  <a:tab pos="904875" algn="l"/>
                  <a:tab pos="1357313" algn="l"/>
                </a:tabLst>
                <a:defRPr sz="3200">
                  <a:solidFill>
                    <a:schemeClr val="tx1"/>
                  </a:solidFill>
                  <a:latin typeface="Tahoma" pitchFamily="34" charset="0"/>
                </a:defRPr>
              </a:lvl1pPr>
              <a:lvl2pPr marL="742950" indent="-285750" defTabSz="904875" eaLnBrk="0" hangingPunct="0">
                <a:spcBef>
                  <a:spcPct val="20000"/>
                </a:spcBef>
                <a:buClr>
                  <a:schemeClr val="hlink"/>
                </a:buClr>
                <a:buSzPct val="55000"/>
                <a:buFont typeface="Wingdings" pitchFamily="2" charset="2"/>
                <a:buChar char="n"/>
                <a:tabLst>
                  <a:tab pos="452438" algn="l"/>
                  <a:tab pos="904875" algn="l"/>
                  <a:tab pos="1357313" algn="l"/>
                </a:tabLst>
                <a:defRPr sz="2800">
                  <a:solidFill>
                    <a:schemeClr val="tx1"/>
                  </a:solidFill>
                  <a:latin typeface="Tahoma" pitchFamily="34" charset="0"/>
                </a:defRPr>
              </a:lvl2pPr>
              <a:lvl3pPr marL="1143000" indent="-228600" defTabSz="904875" eaLnBrk="0" hangingPunct="0">
                <a:spcBef>
                  <a:spcPct val="20000"/>
                </a:spcBef>
                <a:buClr>
                  <a:schemeClr val="folHlink"/>
                </a:buClr>
                <a:buSzPct val="50000"/>
                <a:buFont typeface="Wingdings" pitchFamily="2" charset="2"/>
                <a:buChar char="n"/>
                <a:tabLst>
                  <a:tab pos="452438" algn="l"/>
                  <a:tab pos="904875" algn="l"/>
                  <a:tab pos="1357313" algn="l"/>
                </a:tabLst>
                <a:defRPr sz="2400">
                  <a:solidFill>
                    <a:schemeClr val="tx1"/>
                  </a:solidFill>
                  <a:latin typeface="Tahoma" pitchFamily="34" charset="0"/>
                </a:defRPr>
              </a:lvl3pPr>
              <a:lvl4pPr marL="1600200" indent="-228600" defTabSz="904875" eaLnBrk="0" hangingPunct="0">
                <a:spcBef>
                  <a:spcPct val="20000"/>
                </a:spcBef>
                <a:buClr>
                  <a:schemeClr val="accent2"/>
                </a:buClr>
                <a:buSzPct val="55000"/>
                <a:buFont typeface="Wingdings" pitchFamily="2" charset="2"/>
                <a:buChar char="n"/>
                <a:tabLst>
                  <a:tab pos="452438" algn="l"/>
                  <a:tab pos="904875" algn="l"/>
                  <a:tab pos="1357313" algn="l"/>
                </a:tabLst>
                <a:defRPr sz="2000">
                  <a:solidFill>
                    <a:schemeClr val="tx1"/>
                  </a:solidFill>
                  <a:latin typeface="Tahoma" pitchFamily="34" charset="0"/>
                </a:defRPr>
              </a:lvl4pPr>
              <a:lvl5pPr marL="2057400" indent="-228600" defTabSz="904875" eaLnBrk="0" hangingPunct="0">
                <a:spcBef>
                  <a:spcPct val="20000"/>
                </a:spcBef>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5pPr>
              <a:lvl6pPr marL="25146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6pPr>
              <a:lvl7pPr marL="29718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7pPr>
              <a:lvl8pPr marL="34290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8pPr>
              <a:lvl9pPr marL="38862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9pPr>
            </a:lstStyle>
            <a:p>
              <a:pPr>
                <a:lnSpc>
                  <a:spcPts val="2100"/>
                </a:lnSpc>
                <a:spcBef>
                  <a:spcPct val="0"/>
                </a:spcBef>
                <a:buClrTx/>
                <a:buSzTx/>
                <a:buNone/>
              </a:pPr>
              <a:r>
                <a:rPr lang="en-US" altLang="en-US" sz="2000">
                  <a:solidFill>
                    <a:srgbClr val="000000"/>
                  </a:solidFill>
                  <a:ea typeface="Tahoma" panose="020B0604030504040204" pitchFamily="34" charset="0"/>
                  <a:cs typeface="Tahoma" panose="020B0604030504040204" pitchFamily="34" charset="0"/>
                </a:rPr>
                <a:t>6th</a:t>
              </a:r>
            </a:p>
          </p:txBody>
        </p:sp>
        <p:sp>
          <p:nvSpPr>
            <p:cNvPr id="55" name="Rectangle 22"/>
            <p:cNvSpPr>
              <a:spLocks noChangeArrowheads="1"/>
            </p:cNvSpPr>
            <p:nvPr/>
          </p:nvSpPr>
          <p:spPr bwMode="auto">
            <a:xfrm rot="-5400000">
              <a:off x="2904" y="1804"/>
              <a:ext cx="387"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050" tIns="26988" rIns="19050" bIns="26988"/>
            <a:lstStyle>
              <a:lvl1pPr defTabSz="904875" eaLnBrk="0" hangingPunct="0">
                <a:spcBef>
                  <a:spcPct val="20000"/>
                </a:spcBef>
                <a:buClr>
                  <a:schemeClr val="folHlink"/>
                </a:buClr>
                <a:buSzPct val="60000"/>
                <a:buFont typeface="Wingdings" pitchFamily="2" charset="2"/>
                <a:buChar char="n"/>
                <a:tabLst>
                  <a:tab pos="452438" algn="l"/>
                  <a:tab pos="904875" algn="l"/>
                  <a:tab pos="1357313" algn="l"/>
                </a:tabLst>
                <a:defRPr sz="3200">
                  <a:solidFill>
                    <a:schemeClr val="tx1"/>
                  </a:solidFill>
                  <a:latin typeface="Tahoma" pitchFamily="34" charset="0"/>
                </a:defRPr>
              </a:lvl1pPr>
              <a:lvl2pPr marL="742950" indent="-285750" defTabSz="904875" eaLnBrk="0" hangingPunct="0">
                <a:spcBef>
                  <a:spcPct val="20000"/>
                </a:spcBef>
                <a:buClr>
                  <a:schemeClr val="hlink"/>
                </a:buClr>
                <a:buSzPct val="55000"/>
                <a:buFont typeface="Wingdings" pitchFamily="2" charset="2"/>
                <a:buChar char="n"/>
                <a:tabLst>
                  <a:tab pos="452438" algn="l"/>
                  <a:tab pos="904875" algn="l"/>
                  <a:tab pos="1357313" algn="l"/>
                </a:tabLst>
                <a:defRPr sz="2800">
                  <a:solidFill>
                    <a:schemeClr val="tx1"/>
                  </a:solidFill>
                  <a:latin typeface="Tahoma" pitchFamily="34" charset="0"/>
                </a:defRPr>
              </a:lvl2pPr>
              <a:lvl3pPr marL="1143000" indent="-228600" defTabSz="904875" eaLnBrk="0" hangingPunct="0">
                <a:spcBef>
                  <a:spcPct val="20000"/>
                </a:spcBef>
                <a:buClr>
                  <a:schemeClr val="folHlink"/>
                </a:buClr>
                <a:buSzPct val="50000"/>
                <a:buFont typeface="Wingdings" pitchFamily="2" charset="2"/>
                <a:buChar char="n"/>
                <a:tabLst>
                  <a:tab pos="452438" algn="l"/>
                  <a:tab pos="904875" algn="l"/>
                  <a:tab pos="1357313" algn="l"/>
                </a:tabLst>
                <a:defRPr sz="2400">
                  <a:solidFill>
                    <a:schemeClr val="tx1"/>
                  </a:solidFill>
                  <a:latin typeface="Tahoma" pitchFamily="34" charset="0"/>
                </a:defRPr>
              </a:lvl3pPr>
              <a:lvl4pPr marL="1600200" indent="-228600" defTabSz="904875" eaLnBrk="0" hangingPunct="0">
                <a:spcBef>
                  <a:spcPct val="20000"/>
                </a:spcBef>
                <a:buClr>
                  <a:schemeClr val="accent2"/>
                </a:buClr>
                <a:buSzPct val="55000"/>
                <a:buFont typeface="Wingdings" pitchFamily="2" charset="2"/>
                <a:buChar char="n"/>
                <a:tabLst>
                  <a:tab pos="452438" algn="l"/>
                  <a:tab pos="904875" algn="l"/>
                  <a:tab pos="1357313" algn="l"/>
                </a:tabLst>
                <a:defRPr sz="2000">
                  <a:solidFill>
                    <a:schemeClr val="tx1"/>
                  </a:solidFill>
                  <a:latin typeface="Tahoma" pitchFamily="34" charset="0"/>
                </a:defRPr>
              </a:lvl4pPr>
              <a:lvl5pPr marL="2057400" indent="-228600" defTabSz="904875" eaLnBrk="0" hangingPunct="0">
                <a:spcBef>
                  <a:spcPct val="20000"/>
                </a:spcBef>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5pPr>
              <a:lvl6pPr marL="25146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6pPr>
              <a:lvl7pPr marL="29718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7pPr>
              <a:lvl8pPr marL="34290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8pPr>
              <a:lvl9pPr marL="3886200" indent="-228600" defTabSz="904875" eaLnBrk="0" fontAlgn="base" hangingPunct="0">
                <a:spcBef>
                  <a:spcPct val="20000"/>
                </a:spcBef>
                <a:spcAft>
                  <a:spcPct val="0"/>
                </a:spcAft>
                <a:buClr>
                  <a:schemeClr val="accent1"/>
                </a:buClr>
                <a:buSzPct val="50000"/>
                <a:buFont typeface="Wingdings" pitchFamily="2" charset="2"/>
                <a:buChar char="n"/>
                <a:tabLst>
                  <a:tab pos="452438" algn="l"/>
                  <a:tab pos="904875" algn="l"/>
                  <a:tab pos="1357313" algn="l"/>
                </a:tabLst>
                <a:defRPr sz="2000">
                  <a:solidFill>
                    <a:schemeClr val="tx1"/>
                  </a:solidFill>
                  <a:latin typeface="Tahoma" pitchFamily="34" charset="0"/>
                </a:defRPr>
              </a:lvl9pPr>
            </a:lstStyle>
            <a:p>
              <a:pPr>
                <a:lnSpc>
                  <a:spcPts val="2100"/>
                </a:lnSpc>
                <a:spcBef>
                  <a:spcPct val="0"/>
                </a:spcBef>
                <a:buClrTx/>
                <a:buSzTx/>
                <a:buNone/>
              </a:pPr>
              <a:r>
                <a:rPr lang="en-US" altLang="en-US" sz="2000">
                  <a:solidFill>
                    <a:srgbClr val="000000"/>
                  </a:solidFill>
                  <a:ea typeface="Tahoma" panose="020B0604030504040204" pitchFamily="34" charset="0"/>
                  <a:cs typeface="Tahoma" panose="020B0604030504040204" pitchFamily="34" charset="0"/>
                </a:rPr>
                <a:t>...</a:t>
              </a:r>
            </a:p>
          </p:txBody>
        </p:sp>
        <p:sp>
          <p:nvSpPr>
            <p:cNvPr id="56" name="Rectangle 23"/>
            <p:cNvSpPr>
              <a:spLocks noChangeArrowheads="1"/>
            </p:cNvSpPr>
            <p:nvPr/>
          </p:nvSpPr>
          <p:spPr bwMode="auto">
            <a:xfrm>
              <a:off x="1225" y="2241"/>
              <a:ext cx="285" cy="142"/>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n-US" altLang="en-US" sz="2800">
                <a:ea typeface="Tahoma" panose="020B0604030504040204" pitchFamily="34" charset="0"/>
                <a:cs typeface="Tahoma" panose="020B0604030504040204" pitchFamily="34" charset="0"/>
              </a:endParaRPr>
            </a:p>
          </p:txBody>
        </p:sp>
        <p:sp>
          <p:nvSpPr>
            <p:cNvPr id="57" name="Rectangle 24"/>
            <p:cNvSpPr>
              <a:spLocks noChangeArrowheads="1"/>
            </p:cNvSpPr>
            <p:nvPr/>
          </p:nvSpPr>
          <p:spPr bwMode="auto">
            <a:xfrm>
              <a:off x="1510" y="2241"/>
              <a:ext cx="284" cy="142"/>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n-US" altLang="en-US" sz="2800">
                <a:ea typeface="Tahoma" panose="020B0604030504040204" pitchFamily="34" charset="0"/>
                <a:cs typeface="Tahoma" panose="020B0604030504040204" pitchFamily="34" charset="0"/>
              </a:endParaRPr>
            </a:p>
          </p:txBody>
        </p:sp>
        <p:sp>
          <p:nvSpPr>
            <p:cNvPr id="58" name="Rectangle 25"/>
            <p:cNvSpPr>
              <a:spLocks noChangeArrowheads="1"/>
            </p:cNvSpPr>
            <p:nvPr/>
          </p:nvSpPr>
          <p:spPr bwMode="auto">
            <a:xfrm>
              <a:off x="1794" y="2241"/>
              <a:ext cx="284" cy="142"/>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n-US" altLang="en-US" sz="2800">
                <a:ea typeface="Tahoma" panose="020B0604030504040204" pitchFamily="34" charset="0"/>
                <a:cs typeface="Tahoma" panose="020B0604030504040204" pitchFamily="34" charset="0"/>
              </a:endParaRPr>
            </a:p>
          </p:txBody>
        </p:sp>
        <p:sp>
          <p:nvSpPr>
            <p:cNvPr id="59" name="Rectangle 26"/>
            <p:cNvSpPr>
              <a:spLocks noChangeArrowheads="1"/>
            </p:cNvSpPr>
            <p:nvPr/>
          </p:nvSpPr>
          <p:spPr bwMode="auto">
            <a:xfrm>
              <a:off x="2078" y="2241"/>
              <a:ext cx="284" cy="142"/>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n-US" altLang="en-US" sz="2800">
                <a:ea typeface="Tahoma" panose="020B0604030504040204" pitchFamily="34" charset="0"/>
                <a:cs typeface="Tahoma" panose="020B0604030504040204" pitchFamily="34" charset="0"/>
              </a:endParaRPr>
            </a:p>
          </p:txBody>
        </p:sp>
        <p:sp>
          <p:nvSpPr>
            <p:cNvPr id="60" name="Rectangle 27"/>
            <p:cNvSpPr>
              <a:spLocks noChangeArrowheads="1"/>
            </p:cNvSpPr>
            <p:nvPr/>
          </p:nvSpPr>
          <p:spPr bwMode="auto">
            <a:xfrm>
              <a:off x="2363" y="2241"/>
              <a:ext cx="284" cy="142"/>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n-US" altLang="en-US" sz="2800">
                <a:ea typeface="Tahoma" panose="020B0604030504040204" pitchFamily="34" charset="0"/>
                <a:cs typeface="Tahoma" panose="020B0604030504040204" pitchFamily="34" charset="0"/>
              </a:endParaRPr>
            </a:p>
          </p:txBody>
        </p:sp>
        <p:sp>
          <p:nvSpPr>
            <p:cNvPr id="61" name="Rectangle 28"/>
            <p:cNvSpPr>
              <a:spLocks noChangeArrowheads="1"/>
            </p:cNvSpPr>
            <p:nvPr/>
          </p:nvSpPr>
          <p:spPr bwMode="auto">
            <a:xfrm>
              <a:off x="2647" y="2241"/>
              <a:ext cx="284" cy="142"/>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n-US" altLang="en-US" sz="2800">
                <a:ea typeface="Tahoma" panose="020B0604030504040204" pitchFamily="34" charset="0"/>
                <a:cs typeface="Tahoma" panose="020B0604030504040204" pitchFamily="34" charset="0"/>
              </a:endParaRPr>
            </a:p>
          </p:txBody>
        </p:sp>
        <p:sp>
          <p:nvSpPr>
            <p:cNvPr id="62" name="Rectangle 29"/>
            <p:cNvSpPr>
              <a:spLocks noChangeArrowheads="1"/>
            </p:cNvSpPr>
            <p:nvPr/>
          </p:nvSpPr>
          <p:spPr bwMode="auto">
            <a:xfrm>
              <a:off x="2931" y="2241"/>
              <a:ext cx="284" cy="142"/>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n-US" altLang="en-US" sz="2800">
                <a:ea typeface="Tahoma" panose="020B0604030504040204" pitchFamily="34" charset="0"/>
                <a:cs typeface="Tahoma" panose="020B0604030504040204" pitchFamily="34" charset="0"/>
              </a:endParaRPr>
            </a:p>
          </p:txBody>
        </p:sp>
      </p:grpSp>
      <p:sp>
        <p:nvSpPr>
          <p:cNvPr id="63" name="Rectangle 31"/>
          <p:cNvSpPr>
            <a:spLocks noChangeArrowheads="1"/>
          </p:cNvSpPr>
          <p:nvPr/>
        </p:nvSpPr>
        <p:spPr bwMode="auto">
          <a:xfrm>
            <a:off x="1676401" y="5156200"/>
            <a:ext cx="8732873" cy="1286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lnSpc>
                <a:spcPct val="140000"/>
              </a:lnSpc>
            </a:pPr>
            <a:r>
              <a:rPr lang="en-US" altLang="en-US" sz="2400" dirty="0">
                <a:ea typeface="Tahoma" panose="020B0604030504040204" pitchFamily="34" charset="0"/>
                <a:cs typeface="Tahoma" panose="020B0604030504040204" pitchFamily="34" charset="0"/>
              </a:rPr>
              <a:t> This assumption is wrong, because</a:t>
            </a:r>
          </a:p>
          <a:p>
            <a:pPr lvl="1" eaLnBrk="1" hangingPunct="1">
              <a:lnSpc>
                <a:spcPct val="90000"/>
              </a:lnSpc>
            </a:pPr>
            <a:r>
              <a:rPr lang="en-US" altLang="en-US" sz="2000" dirty="0">
                <a:ea typeface="Tahoma" panose="020B0604030504040204" pitchFamily="34" charset="0"/>
                <a:cs typeface="Tahoma" panose="020B0604030504040204" pitchFamily="34" charset="0"/>
              </a:rPr>
              <a:t> Different instructions take different amounts of time (cycles)</a:t>
            </a:r>
          </a:p>
          <a:p>
            <a:pPr lvl="1" eaLnBrk="1" hangingPunct="1">
              <a:lnSpc>
                <a:spcPct val="90000"/>
              </a:lnSpc>
            </a:pPr>
            <a:r>
              <a:rPr lang="en-US" altLang="en-US" sz="2000" dirty="0">
                <a:ea typeface="Tahoma" panose="020B0604030504040204" pitchFamily="34" charset="0"/>
                <a:cs typeface="Tahoma" panose="020B0604030504040204" pitchFamily="34" charset="0"/>
              </a:rPr>
              <a:t> Why…?</a:t>
            </a:r>
          </a:p>
        </p:txBody>
      </p:sp>
    </p:spTree>
    <p:extLst>
      <p:ext uri="{BB962C8B-B14F-4D97-AF65-F5344CB8AC3E}">
        <p14:creationId xmlns:p14="http://schemas.microsoft.com/office/powerpoint/2010/main" val="2745190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600200" y="95250"/>
            <a:ext cx="8605838" cy="762000"/>
          </a:xfrm>
        </p:spPr>
        <p:txBody>
          <a:bodyPr>
            <a:normAutofit/>
          </a:bodyPr>
          <a:lstStyle/>
          <a:p>
            <a:r>
              <a:rPr lang="en-US" altLang="en-US" sz="3200" dirty="0">
                <a:solidFill>
                  <a:srgbClr val="FF0000"/>
                </a:solidFill>
                <a:latin typeface="Arial" panose="020B0604020202020204" pitchFamily="34" charset="0"/>
                <a:cs typeface="Arial" panose="020B0604020202020204" pitchFamily="34" charset="0"/>
              </a:rPr>
              <a:t>How many cycles are required for a program?</a:t>
            </a:r>
            <a:endParaRPr lang="en-US" sz="3200" b="1" dirty="0">
              <a:solidFill>
                <a:srgbClr val="FF0000"/>
              </a:solidFill>
              <a:latin typeface="Arial" panose="020B0604020202020204" pitchFamily="34" charset="0"/>
              <a:cs typeface="Arial" panose="020B0604020202020204" pitchFamily="34" charset="0"/>
            </a:endParaRPr>
          </a:p>
        </p:txBody>
      </p:sp>
      <p:sp>
        <p:nvSpPr>
          <p:cNvPr id="10244" name="Rectangle 5"/>
          <p:cNvSpPr txBox="1">
            <a:spLocks noChangeArrowheads="1"/>
          </p:cNvSpPr>
          <p:nvPr/>
        </p:nvSpPr>
        <p:spPr bwMode="auto">
          <a:xfrm>
            <a:off x="7381876" y="6400800"/>
            <a:ext cx="3000375" cy="506412"/>
          </a:xfrm>
          <a:prstGeom prst="rect">
            <a:avLst/>
          </a:prstGeom>
          <a:noFill/>
          <a:ln w="9525">
            <a:noFill/>
            <a:miter lim="800000"/>
            <a:headEnd/>
            <a:tailEnd/>
          </a:ln>
        </p:spPr>
        <p:txBody>
          <a:bodyPr lIns="93689" tIns="46845" rIns="93689" bIns="46845" anchor="b"/>
          <a:lstStyle/>
          <a:p>
            <a:pPr algn="r" defTabSz="936625">
              <a:spcBef>
                <a:spcPct val="50000"/>
              </a:spcBef>
            </a:pPr>
            <a:fld id="{18C4929D-9D61-4CCC-A3C6-7AE64422244C}" type="slidenum">
              <a:rPr lang="en-US" sz="1600">
                <a:latin typeface="Tahoma" pitchFamily="34" charset="0"/>
                <a:ea typeface="Tahoma" pitchFamily="34" charset="0"/>
                <a:cs typeface="Tahoma" pitchFamily="34" charset="0"/>
              </a:rPr>
              <a:pPr algn="r" defTabSz="936625">
                <a:spcBef>
                  <a:spcPct val="50000"/>
                </a:spcBef>
              </a:pPr>
              <a:t>29</a:t>
            </a:fld>
            <a:endParaRPr lang="en-US" sz="1600" dirty="0">
              <a:latin typeface="Tahoma" pitchFamily="34" charset="0"/>
              <a:ea typeface="Tahoma" pitchFamily="34" charset="0"/>
              <a:cs typeface="Tahoma" pitchFamily="34" charset="0"/>
            </a:endParaRPr>
          </a:p>
        </p:txBody>
      </p:sp>
      <p:sp>
        <p:nvSpPr>
          <p:cNvPr id="8" name="Rectangle 5"/>
          <p:cNvSpPr txBox="1">
            <a:spLocks noChangeArrowheads="1"/>
          </p:cNvSpPr>
          <p:nvPr/>
        </p:nvSpPr>
        <p:spPr bwMode="auto">
          <a:xfrm>
            <a:off x="1524000" y="6579704"/>
            <a:ext cx="1752600" cy="304800"/>
          </a:xfrm>
          <a:prstGeom prst="rect">
            <a:avLst/>
          </a:prstGeom>
          <a:noFill/>
          <a:ln w="9525">
            <a:noFill/>
            <a:miter lim="800000"/>
            <a:headEnd/>
            <a:tailEnd/>
          </a:ln>
        </p:spPr>
        <p:txBody>
          <a:bodyPr lIns="93689" tIns="46845" rIns="93689" bIns="46845" anchor="b"/>
          <a:lstStyle/>
          <a:p>
            <a:pPr algn="ctr" defTabSz="936625">
              <a:spcBef>
                <a:spcPct val="50000"/>
              </a:spcBef>
            </a:pPr>
            <a:r>
              <a:rPr lang="en-US" sz="1400" b="1" dirty="0">
                <a:latin typeface="Tahoma" pitchFamily="34" charset="0"/>
                <a:ea typeface="Tahoma" pitchFamily="34" charset="0"/>
                <a:cs typeface="Tahoma" pitchFamily="34" charset="0"/>
              </a:rPr>
              <a:t>KICT, IIUM</a:t>
            </a:r>
          </a:p>
        </p:txBody>
      </p:sp>
      <p:sp>
        <p:nvSpPr>
          <p:cNvPr id="10" name="Rectangle 54"/>
          <p:cNvSpPr>
            <a:spLocks noChangeAspect="1" noChangeArrowheads="1"/>
          </p:cNvSpPr>
          <p:nvPr/>
        </p:nvSpPr>
        <p:spPr bwMode="auto">
          <a:xfrm>
            <a:off x="1524000" y="6516364"/>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sp>
        <p:nvSpPr>
          <p:cNvPr id="11" name="Rectangle 54"/>
          <p:cNvSpPr>
            <a:spLocks noChangeAspect="1" noChangeArrowheads="1"/>
          </p:cNvSpPr>
          <p:nvPr/>
        </p:nvSpPr>
        <p:spPr bwMode="auto">
          <a:xfrm>
            <a:off x="1524000" y="938442"/>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pic>
        <p:nvPicPr>
          <p:cNvPr id="9217" name="Picture 1" descr="C:\Users\Hafiz\Desktop\images.jpg"/>
          <p:cNvPicPr>
            <a:picLocks noChangeAspect="1" noChangeArrowheads="1"/>
          </p:cNvPicPr>
          <p:nvPr/>
        </p:nvPicPr>
        <p:blipFill>
          <a:blip r:embed="rId3"/>
          <a:srcRect/>
          <a:stretch>
            <a:fillRect/>
          </a:stretch>
        </p:blipFill>
        <p:spPr bwMode="auto">
          <a:xfrm>
            <a:off x="9744076" y="2"/>
            <a:ext cx="923924" cy="923924"/>
          </a:xfrm>
          <a:prstGeom prst="rect">
            <a:avLst/>
          </a:prstGeom>
          <a:noFill/>
        </p:spPr>
      </p:pic>
      <p:sp>
        <p:nvSpPr>
          <p:cNvPr id="9" name="TextBox 8"/>
          <p:cNvSpPr txBox="1">
            <a:spLocks noChangeArrowheads="1"/>
          </p:cNvSpPr>
          <p:nvPr/>
        </p:nvSpPr>
        <p:spPr bwMode="auto">
          <a:xfrm>
            <a:off x="5419726" y="6553200"/>
            <a:ext cx="2047875" cy="304800"/>
          </a:xfrm>
          <a:prstGeom prst="rect">
            <a:avLst/>
          </a:prstGeom>
          <a:noFill/>
          <a:ln w="9525">
            <a:noFill/>
            <a:miter lim="800000"/>
            <a:headEnd/>
            <a:tailEnd/>
          </a:ln>
        </p:spPr>
        <p:txBody>
          <a:bodyPr lIns="93689" tIns="46845" rIns="93689" bIns="46845" anchor="b"/>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6625">
              <a:spcBef>
                <a:spcPct val="50000"/>
              </a:spcBef>
            </a:pPr>
            <a:r>
              <a:rPr lang="en-US" sz="1400" dirty="0">
                <a:latin typeface="Tahoma" pitchFamily="34" charset="0"/>
                <a:ea typeface="Tahoma" pitchFamily="34" charset="0"/>
                <a:cs typeface="Tahoma" pitchFamily="34" charset="0"/>
              </a:rPr>
              <a:t>Performance</a:t>
            </a:r>
          </a:p>
        </p:txBody>
      </p:sp>
      <p:sp>
        <p:nvSpPr>
          <p:cNvPr id="12" name="Rectangle 3"/>
          <p:cNvSpPr txBox="1">
            <a:spLocks noChangeArrowheads="1"/>
          </p:cNvSpPr>
          <p:nvPr/>
        </p:nvSpPr>
        <p:spPr>
          <a:xfrm>
            <a:off x="1676400" y="3657600"/>
            <a:ext cx="8915400" cy="2514600"/>
          </a:xfrm>
          <a:prstGeom prst="rect">
            <a:avLst/>
          </a:prstGeo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lang="en-US" altLang="en-US" dirty="0">
                <a:solidFill>
                  <a:srgbClr val="000000"/>
                </a:solidFill>
                <a:latin typeface="Tahoma" panose="020B0604030504040204" pitchFamily="34" charset="0"/>
                <a:ea typeface="Tahoma" panose="020B0604030504040204" pitchFamily="34" charset="0"/>
                <a:cs typeface="Tahoma" panose="020B0604030504040204" pitchFamily="34" charset="0"/>
              </a:rPr>
              <a:t>Multiplication takes more time than addition</a:t>
            </a:r>
          </a:p>
          <a:p>
            <a:r>
              <a:rPr lang="en-US" altLang="en-US" dirty="0">
                <a:solidFill>
                  <a:srgbClr val="000000"/>
                </a:solidFill>
                <a:latin typeface="Tahoma" panose="020B0604030504040204" pitchFamily="34" charset="0"/>
                <a:ea typeface="Tahoma" panose="020B0604030504040204" pitchFamily="34" charset="0"/>
                <a:cs typeface="Tahoma" panose="020B0604030504040204" pitchFamily="34" charset="0"/>
              </a:rPr>
              <a:t>Floating point operations take longer than integer ones</a:t>
            </a:r>
          </a:p>
          <a:p>
            <a:r>
              <a:rPr lang="en-US" altLang="en-US" dirty="0">
                <a:solidFill>
                  <a:srgbClr val="000000"/>
                </a:solidFill>
                <a:latin typeface="Tahoma" panose="020B0604030504040204" pitchFamily="34" charset="0"/>
                <a:ea typeface="Tahoma" panose="020B0604030504040204" pitchFamily="34" charset="0"/>
                <a:cs typeface="Tahoma" panose="020B0604030504040204" pitchFamily="34" charset="0"/>
              </a:rPr>
              <a:t>Accessing memory takes more time than that of registers</a:t>
            </a:r>
          </a:p>
          <a:p>
            <a:r>
              <a:rPr lang="en-US" altLang="en-US" i="1" dirty="0">
                <a:solidFill>
                  <a:srgbClr val="FF0000"/>
                </a:solidFill>
                <a:latin typeface="Tahoma" panose="020B0604030504040204" pitchFamily="34" charset="0"/>
                <a:ea typeface="Tahoma" panose="020B0604030504040204" pitchFamily="34" charset="0"/>
                <a:cs typeface="Tahoma" panose="020B0604030504040204" pitchFamily="34" charset="0"/>
              </a:rPr>
              <a:t>Important point</a:t>
            </a:r>
            <a:r>
              <a:rPr lang="en-US" altLang="en-US" dirty="0">
                <a:solidFill>
                  <a:srgbClr val="FF0000"/>
                </a:solidFill>
                <a:latin typeface="Tahoma" panose="020B0604030504040204" pitchFamily="34" charset="0"/>
                <a:ea typeface="Tahoma" panose="020B0604030504040204" pitchFamily="34" charset="0"/>
                <a:cs typeface="Tahoma" panose="020B0604030504040204" pitchFamily="34" charset="0"/>
              </a:rPr>
              <a:t>:</a:t>
            </a:r>
            <a:r>
              <a:rPr lang="en-US" altLang="en-US" dirty="0">
                <a:solidFill>
                  <a:srgbClr val="000000"/>
                </a:solidFill>
                <a:latin typeface="Tahoma" panose="020B0604030504040204" pitchFamily="34" charset="0"/>
                <a:ea typeface="Tahoma" panose="020B0604030504040204" pitchFamily="34" charset="0"/>
                <a:cs typeface="Tahoma" panose="020B0604030504040204" pitchFamily="34" charset="0"/>
              </a:rPr>
              <a:t> changing the cycle time often changes the number of cycles required for various instructions because it means changing the hardware design. </a:t>
            </a:r>
          </a:p>
        </p:txBody>
      </p:sp>
      <p:grpSp>
        <p:nvGrpSpPr>
          <p:cNvPr id="14" name="Group 6"/>
          <p:cNvGrpSpPr>
            <a:grpSpLocks/>
          </p:cNvGrpSpPr>
          <p:nvPr/>
        </p:nvGrpSpPr>
        <p:grpSpPr bwMode="auto">
          <a:xfrm>
            <a:off x="2400300" y="1219200"/>
            <a:ext cx="7200900" cy="1981200"/>
            <a:chOff x="614" y="834"/>
            <a:chExt cx="2621" cy="505"/>
          </a:xfrm>
        </p:grpSpPr>
        <p:sp>
          <p:nvSpPr>
            <p:cNvPr id="15" name="Line 7"/>
            <p:cNvSpPr>
              <a:spLocks noChangeShapeType="1"/>
            </p:cNvSpPr>
            <p:nvPr/>
          </p:nvSpPr>
          <p:spPr bwMode="auto">
            <a:xfrm>
              <a:off x="614" y="1264"/>
              <a:ext cx="2621" cy="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Tahoma" panose="020B0604030504040204" pitchFamily="34" charset="0"/>
                <a:ea typeface="Tahoma" panose="020B0604030504040204" pitchFamily="34" charset="0"/>
                <a:cs typeface="Tahoma" panose="020B0604030504040204" pitchFamily="34" charset="0"/>
              </a:endParaRPr>
            </a:p>
          </p:txBody>
        </p:sp>
        <p:sp>
          <p:nvSpPr>
            <p:cNvPr id="16" name="Line 8"/>
            <p:cNvSpPr>
              <a:spLocks noChangeShapeType="1"/>
            </p:cNvSpPr>
            <p:nvPr/>
          </p:nvSpPr>
          <p:spPr bwMode="auto">
            <a:xfrm flipV="1">
              <a:off x="751" y="1190"/>
              <a:ext cx="0" cy="14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Tahoma" panose="020B0604030504040204" pitchFamily="34" charset="0"/>
                <a:ea typeface="Tahoma" panose="020B0604030504040204" pitchFamily="34" charset="0"/>
                <a:cs typeface="Tahoma" panose="020B0604030504040204" pitchFamily="34" charset="0"/>
              </a:endParaRPr>
            </a:p>
          </p:txBody>
        </p:sp>
        <p:sp>
          <p:nvSpPr>
            <p:cNvPr id="17" name="Line 9"/>
            <p:cNvSpPr>
              <a:spLocks noChangeShapeType="1"/>
            </p:cNvSpPr>
            <p:nvPr/>
          </p:nvSpPr>
          <p:spPr bwMode="auto">
            <a:xfrm flipV="1">
              <a:off x="1036" y="1190"/>
              <a:ext cx="0" cy="14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Tahoma" panose="020B0604030504040204" pitchFamily="34" charset="0"/>
                <a:ea typeface="Tahoma" panose="020B0604030504040204" pitchFamily="34" charset="0"/>
                <a:cs typeface="Tahoma" panose="020B0604030504040204" pitchFamily="34" charset="0"/>
              </a:endParaRPr>
            </a:p>
          </p:txBody>
        </p:sp>
        <p:sp>
          <p:nvSpPr>
            <p:cNvPr id="18" name="Line 10"/>
            <p:cNvSpPr>
              <a:spLocks noChangeShapeType="1"/>
            </p:cNvSpPr>
            <p:nvPr/>
          </p:nvSpPr>
          <p:spPr bwMode="auto">
            <a:xfrm flipV="1">
              <a:off x="1320" y="1190"/>
              <a:ext cx="0" cy="14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Tahoma" panose="020B0604030504040204" pitchFamily="34" charset="0"/>
                <a:ea typeface="Tahoma" panose="020B0604030504040204" pitchFamily="34" charset="0"/>
                <a:cs typeface="Tahoma" panose="020B0604030504040204" pitchFamily="34" charset="0"/>
              </a:endParaRPr>
            </a:p>
          </p:txBody>
        </p:sp>
        <p:sp>
          <p:nvSpPr>
            <p:cNvPr id="19" name="Line 11"/>
            <p:cNvSpPr>
              <a:spLocks noChangeShapeType="1"/>
            </p:cNvSpPr>
            <p:nvPr/>
          </p:nvSpPr>
          <p:spPr bwMode="auto">
            <a:xfrm flipV="1">
              <a:off x="1604" y="1190"/>
              <a:ext cx="0" cy="14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Tahoma" panose="020B0604030504040204" pitchFamily="34" charset="0"/>
                <a:ea typeface="Tahoma" panose="020B0604030504040204" pitchFamily="34" charset="0"/>
                <a:cs typeface="Tahoma" panose="020B0604030504040204" pitchFamily="34" charset="0"/>
              </a:endParaRPr>
            </a:p>
          </p:txBody>
        </p:sp>
        <p:sp>
          <p:nvSpPr>
            <p:cNvPr id="20" name="Line 12"/>
            <p:cNvSpPr>
              <a:spLocks noChangeShapeType="1"/>
            </p:cNvSpPr>
            <p:nvPr/>
          </p:nvSpPr>
          <p:spPr bwMode="auto">
            <a:xfrm flipV="1">
              <a:off x="1889" y="1190"/>
              <a:ext cx="0" cy="14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Tahoma" panose="020B0604030504040204" pitchFamily="34" charset="0"/>
                <a:ea typeface="Tahoma" panose="020B0604030504040204" pitchFamily="34" charset="0"/>
                <a:cs typeface="Tahoma" panose="020B0604030504040204" pitchFamily="34" charset="0"/>
              </a:endParaRPr>
            </a:p>
          </p:txBody>
        </p:sp>
        <p:sp>
          <p:nvSpPr>
            <p:cNvPr id="21" name="Line 13"/>
            <p:cNvSpPr>
              <a:spLocks noChangeShapeType="1"/>
            </p:cNvSpPr>
            <p:nvPr/>
          </p:nvSpPr>
          <p:spPr bwMode="auto">
            <a:xfrm flipV="1">
              <a:off x="2173" y="1190"/>
              <a:ext cx="0" cy="14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Tahoma" panose="020B0604030504040204" pitchFamily="34" charset="0"/>
                <a:ea typeface="Tahoma" panose="020B0604030504040204" pitchFamily="34" charset="0"/>
                <a:cs typeface="Tahoma" panose="020B0604030504040204" pitchFamily="34" charset="0"/>
              </a:endParaRPr>
            </a:p>
          </p:txBody>
        </p:sp>
        <p:sp>
          <p:nvSpPr>
            <p:cNvPr id="22" name="Line 14"/>
            <p:cNvSpPr>
              <a:spLocks noChangeShapeType="1"/>
            </p:cNvSpPr>
            <p:nvPr/>
          </p:nvSpPr>
          <p:spPr bwMode="auto">
            <a:xfrm flipV="1">
              <a:off x="2457" y="1190"/>
              <a:ext cx="0" cy="14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Tahoma" panose="020B0604030504040204" pitchFamily="34" charset="0"/>
                <a:ea typeface="Tahoma" panose="020B0604030504040204" pitchFamily="34" charset="0"/>
                <a:cs typeface="Tahoma" panose="020B0604030504040204" pitchFamily="34" charset="0"/>
              </a:endParaRPr>
            </a:p>
          </p:txBody>
        </p:sp>
        <p:sp>
          <p:nvSpPr>
            <p:cNvPr id="23" name="Line 15"/>
            <p:cNvSpPr>
              <a:spLocks noChangeShapeType="1"/>
            </p:cNvSpPr>
            <p:nvPr/>
          </p:nvSpPr>
          <p:spPr bwMode="auto">
            <a:xfrm flipV="1">
              <a:off x="2742" y="1190"/>
              <a:ext cx="0" cy="14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Tahoma" panose="020B0604030504040204" pitchFamily="34" charset="0"/>
                <a:ea typeface="Tahoma" panose="020B0604030504040204" pitchFamily="34" charset="0"/>
                <a:cs typeface="Tahoma" panose="020B0604030504040204" pitchFamily="34" charset="0"/>
              </a:endParaRPr>
            </a:p>
          </p:txBody>
        </p:sp>
        <p:sp>
          <p:nvSpPr>
            <p:cNvPr id="24" name="Rectangle 16"/>
            <p:cNvSpPr>
              <a:spLocks noChangeArrowheads="1"/>
            </p:cNvSpPr>
            <p:nvPr/>
          </p:nvSpPr>
          <p:spPr bwMode="auto">
            <a:xfrm>
              <a:off x="755" y="834"/>
              <a:ext cx="285" cy="142"/>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n-US" altLang="en-US" sz="2800">
                <a:ea typeface="Tahoma" panose="020B0604030504040204" pitchFamily="34" charset="0"/>
                <a:cs typeface="Tahoma" panose="020B0604030504040204" pitchFamily="34" charset="0"/>
              </a:endParaRPr>
            </a:p>
          </p:txBody>
        </p:sp>
        <p:sp>
          <p:nvSpPr>
            <p:cNvPr id="25" name="Rectangle 17"/>
            <p:cNvSpPr>
              <a:spLocks noChangeArrowheads="1"/>
            </p:cNvSpPr>
            <p:nvPr/>
          </p:nvSpPr>
          <p:spPr bwMode="auto">
            <a:xfrm>
              <a:off x="1040" y="834"/>
              <a:ext cx="568" cy="142"/>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n-US" altLang="en-US" sz="2800">
                <a:ea typeface="Tahoma" panose="020B0604030504040204" pitchFamily="34" charset="0"/>
                <a:cs typeface="Tahoma" panose="020B0604030504040204" pitchFamily="34" charset="0"/>
              </a:endParaRPr>
            </a:p>
          </p:txBody>
        </p:sp>
        <p:sp>
          <p:nvSpPr>
            <p:cNvPr id="26" name="Rectangle 18"/>
            <p:cNvSpPr>
              <a:spLocks noChangeArrowheads="1"/>
            </p:cNvSpPr>
            <p:nvPr/>
          </p:nvSpPr>
          <p:spPr bwMode="auto">
            <a:xfrm>
              <a:off x="2177" y="834"/>
              <a:ext cx="569" cy="142"/>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n-US" altLang="en-US" sz="2800">
                <a:ea typeface="Tahoma" panose="020B0604030504040204" pitchFamily="34" charset="0"/>
                <a:cs typeface="Tahoma" panose="020B0604030504040204" pitchFamily="34" charset="0"/>
              </a:endParaRPr>
            </a:p>
          </p:txBody>
        </p:sp>
        <p:sp>
          <p:nvSpPr>
            <p:cNvPr id="27" name="Rectangle 19"/>
            <p:cNvSpPr>
              <a:spLocks noChangeArrowheads="1"/>
            </p:cNvSpPr>
            <p:nvPr/>
          </p:nvSpPr>
          <p:spPr bwMode="auto">
            <a:xfrm>
              <a:off x="1608" y="834"/>
              <a:ext cx="285" cy="142"/>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n-US" altLang="en-US" sz="2800">
                <a:ea typeface="Tahoma" panose="020B0604030504040204" pitchFamily="34" charset="0"/>
                <a:cs typeface="Tahoma" panose="020B0604030504040204" pitchFamily="34" charset="0"/>
              </a:endParaRPr>
            </a:p>
          </p:txBody>
        </p:sp>
        <p:sp>
          <p:nvSpPr>
            <p:cNvPr id="28" name="Rectangle 20"/>
            <p:cNvSpPr>
              <a:spLocks noChangeArrowheads="1"/>
            </p:cNvSpPr>
            <p:nvPr/>
          </p:nvSpPr>
          <p:spPr bwMode="auto">
            <a:xfrm>
              <a:off x="1893" y="834"/>
              <a:ext cx="284" cy="142"/>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endParaRPr lang="en-US" altLang="en-US" sz="2800">
                <a:ea typeface="Tahoma" panose="020B0604030504040204" pitchFamily="34" charset="0"/>
                <a:cs typeface="Tahoma" panose="020B0604030504040204" pitchFamily="34" charset="0"/>
              </a:endParaRPr>
            </a:p>
          </p:txBody>
        </p:sp>
      </p:grpSp>
    </p:spTree>
    <p:extLst>
      <p:ext uri="{BB962C8B-B14F-4D97-AF65-F5344CB8AC3E}">
        <p14:creationId xmlns:p14="http://schemas.microsoft.com/office/powerpoint/2010/main" val="516307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5"/>
          <p:cNvSpPr txBox="1">
            <a:spLocks noChangeArrowheads="1"/>
          </p:cNvSpPr>
          <p:nvPr/>
        </p:nvSpPr>
        <p:spPr bwMode="auto">
          <a:xfrm>
            <a:off x="1524000" y="6579704"/>
            <a:ext cx="1752600" cy="304800"/>
          </a:xfrm>
          <a:prstGeom prst="rect">
            <a:avLst/>
          </a:prstGeom>
          <a:noFill/>
          <a:ln w="9525">
            <a:noFill/>
            <a:miter lim="800000"/>
            <a:headEnd/>
            <a:tailEnd/>
          </a:ln>
        </p:spPr>
        <p:txBody>
          <a:bodyPr lIns="93689" tIns="46845" rIns="93689" bIns="46845" anchor="b"/>
          <a:lstStyle/>
          <a:p>
            <a:pPr algn="ctr" defTabSz="936625">
              <a:spcBef>
                <a:spcPct val="50000"/>
              </a:spcBef>
            </a:pPr>
            <a:r>
              <a:rPr lang="en-US" sz="1400" b="1" dirty="0">
                <a:latin typeface="Tahoma" pitchFamily="34" charset="0"/>
                <a:ea typeface="Tahoma" pitchFamily="34" charset="0"/>
                <a:cs typeface="Tahoma" pitchFamily="34" charset="0"/>
              </a:rPr>
              <a:t>KICT, IIUM</a:t>
            </a:r>
          </a:p>
        </p:txBody>
      </p:sp>
      <p:sp>
        <p:nvSpPr>
          <p:cNvPr id="12" name="Rectangle 54"/>
          <p:cNvSpPr>
            <a:spLocks noChangeAspect="1" noChangeArrowheads="1"/>
          </p:cNvSpPr>
          <p:nvPr/>
        </p:nvSpPr>
        <p:spPr bwMode="auto">
          <a:xfrm>
            <a:off x="1524000" y="6516364"/>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sp>
        <p:nvSpPr>
          <p:cNvPr id="13" name="Rectangle 54"/>
          <p:cNvSpPr>
            <a:spLocks noChangeAspect="1" noChangeArrowheads="1"/>
          </p:cNvSpPr>
          <p:nvPr/>
        </p:nvSpPr>
        <p:spPr bwMode="auto">
          <a:xfrm>
            <a:off x="1524000" y="938442"/>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pic>
        <p:nvPicPr>
          <p:cNvPr id="14" name="Picture 1" descr="C:\Users\Hafiz\Desktop\images.jpg"/>
          <p:cNvPicPr>
            <a:picLocks noChangeAspect="1" noChangeArrowheads="1"/>
          </p:cNvPicPr>
          <p:nvPr/>
        </p:nvPicPr>
        <p:blipFill>
          <a:blip r:embed="rId2"/>
          <a:srcRect/>
          <a:stretch>
            <a:fillRect/>
          </a:stretch>
        </p:blipFill>
        <p:spPr bwMode="auto">
          <a:xfrm>
            <a:off x="9744076" y="2"/>
            <a:ext cx="923924" cy="923924"/>
          </a:xfrm>
          <a:prstGeom prst="rect">
            <a:avLst/>
          </a:prstGeom>
          <a:noFill/>
        </p:spPr>
      </p:pic>
      <p:sp>
        <p:nvSpPr>
          <p:cNvPr id="15" name="Rectangle 2"/>
          <p:cNvSpPr txBox="1">
            <a:spLocks noChangeArrowheads="1"/>
          </p:cNvSpPr>
          <p:nvPr/>
        </p:nvSpPr>
        <p:spPr>
          <a:xfrm>
            <a:off x="2362200" y="95250"/>
            <a:ext cx="7010400" cy="762000"/>
          </a:xfrm>
          <a:prstGeom prst="rect">
            <a:avLst/>
          </a:prstGeom>
        </p:spPr>
        <p:txBody>
          <a:bodyPr vert="horz" lIns="0" rIns="0" bIns="0" anchor="b">
            <a:normAutofit/>
          </a:bodyPr>
          <a:lstStyle/>
          <a:p>
            <a:pPr>
              <a:spcBef>
                <a:spcPct val="0"/>
              </a:spcBef>
              <a:defRPr/>
            </a:pPr>
            <a:r>
              <a:rPr lang="en-US" sz="4000" b="1" dirty="0">
                <a:solidFill>
                  <a:srgbClr val="FF0000"/>
                </a:solidFill>
                <a:latin typeface="Times New Roman" pitchFamily="18" charset="0"/>
                <a:ea typeface="+mj-ea"/>
                <a:cs typeface="+mj-cs"/>
              </a:rPr>
              <a:t>Example</a:t>
            </a:r>
          </a:p>
        </p:txBody>
      </p:sp>
      <p:sp>
        <p:nvSpPr>
          <p:cNvPr id="16" name="Rectangle 5"/>
          <p:cNvSpPr txBox="1">
            <a:spLocks noChangeArrowheads="1"/>
          </p:cNvSpPr>
          <p:nvPr/>
        </p:nvSpPr>
        <p:spPr bwMode="auto">
          <a:xfrm>
            <a:off x="7381876" y="6400800"/>
            <a:ext cx="3000375" cy="506412"/>
          </a:xfrm>
          <a:prstGeom prst="rect">
            <a:avLst/>
          </a:prstGeom>
          <a:noFill/>
          <a:ln w="9525">
            <a:noFill/>
            <a:miter lim="800000"/>
            <a:headEnd/>
            <a:tailEnd/>
          </a:ln>
        </p:spPr>
        <p:txBody>
          <a:bodyPr lIns="93689" tIns="46845" rIns="93689" bIns="46845" anchor="b"/>
          <a:lstStyle/>
          <a:p>
            <a:pPr algn="r" defTabSz="936625">
              <a:spcBef>
                <a:spcPct val="50000"/>
              </a:spcBef>
            </a:pPr>
            <a:fld id="{18C4929D-9D61-4CCC-A3C6-7AE64422244C}" type="slidenum">
              <a:rPr lang="en-US" sz="1600">
                <a:latin typeface="Tahoma" pitchFamily="34" charset="0"/>
                <a:ea typeface="Tahoma" pitchFamily="34" charset="0"/>
                <a:cs typeface="Tahoma" pitchFamily="34" charset="0"/>
              </a:rPr>
              <a:pPr algn="r" defTabSz="936625">
                <a:spcBef>
                  <a:spcPct val="50000"/>
                </a:spcBef>
              </a:pPr>
              <a:t>30</a:t>
            </a:fld>
            <a:endParaRPr lang="en-US" sz="1600" dirty="0">
              <a:latin typeface="Tahoma" pitchFamily="34" charset="0"/>
              <a:ea typeface="Tahoma" pitchFamily="34" charset="0"/>
              <a:cs typeface="Tahoma" pitchFamily="34" charset="0"/>
            </a:endParaRPr>
          </a:p>
        </p:txBody>
      </p:sp>
      <p:sp>
        <p:nvSpPr>
          <p:cNvPr id="10" name="TextBox 9"/>
          <p:cNvSpPr txBox="1">
            <a:spLocks noChangeArrowheads="1"/>
          </p:cNvSpPr>
          <p:nvPr/>
        </p:nvSpPr>
        <p:spPr bwMode="auto">
          <a:xfrm>
            <a:off x="5419726" y="6553200"/>
            <a:ext cx="2047875" cy="304800"/>
          </a:xfrm>
          <a:prstGeom prst="rect">
            <a:avLst/>
          </a:prstGeom>
          <a:noFill/>
          <a:ln w="9525">
            <a:noFill/>
            <a:miter lim="800000"/>
            <a:headEnd/>
            <a:tailEnd/>
          </a:ln>
        </p:spPr>
        <p:txBody>
          <a:bodyPr lIns="93689" tIns="46845" rIns="93689" bIns="46845" anchor="b"/>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6625">
              <a:spcBef>
                <a:spcPct val="50000"/>
              </a:spcBef>
            </a:pPr>
            <a:r>
              <a:rPr lang="en-US" sz="1400" dirty="0">
                <a:latin typeface="Tahoma" pitchFamily="34" charset="0"/>
                <a:ea typeface="Tahoma" pitchFamily="34" charset="0"/>
                <a:cs typeface="Tahoma" pitchFamily="34" charset="0"/>
              </a:rPr>
              <a:t>Performance</a:t>
            </a:r>
          </a:p>
        </p:txBody>
      </p:sp>
      <p:sp>
        <p:nvSpPr>
          <p:cNvPr id="9" name="Rectangle 3"/>
          <p:cNvSpPr txBox="1">
            <a:spLocks noChangeArrowheads="1"/>
          </p:cNvSpPr>
          <p:nvPr/>
        </p:nvSpPr>
        <p:spPr>
          <a:xfrm>
            <a:off x="1676400" y="1182688"/>
            <a:ext cx="8802688" cy="4989513"/>
          </a:xfrm>
          <a:prstGeom prst="rect">
            <a:avLst/>
          </a:prstGeo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a:normAutofit lnSpcReduction="10000"/>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90000"/>
              </a:lnSpc>
            </a:pPr>
            <a:r>
              <a:rPr lang="en-US" altLang="en-US" sz="2400" dirty="0">
                <a:latin typeface="Tahoma" panose="020B0604030504040204" pitchFamily="34" charset="0"/>
                <a:ea typeface="Tahoma" panose="020B0604030504040204" pitchFamily="34" charset="0"/>
                <a:cs typeface="Tahoma" panose="020B0604030504040204" pitchFamily="34" charset="0"/>
              </a:rPr>
              <a:t>Computer A which has a 400Mhz Clock runs in 10 seconds.</a:t>
            </a:r>
          </a:p>
          <a:p>
            <a:pPr marL="0" indent="0">
              <a:lnSpc>
                <a:spcPct val="90000"/>
              </a:lnSpc>
              <a:buNone/>
            </a:pPr>
            <a:endParaRPr lang="en-US" altLang="en-US" sz="2400" dirty="0">
              <a:latin typeface="Tahoma" panose="020B0604030504040204" pitchFamily="34" charset="0"/>
              <a:ea typeface="Tahoma" panose="020B0604030504040204" pitchFamily="34" charset="0"/>
              <a:cs typeface="Tahoma" panose="020B0604030504040204" pitchFamily="34" charset="0"/>
            </a:endParaRPr>
          </a:p>
          <a:p>
            <a:pPr>
              <a:lnSpc>
                <a:spcPct val="90000"/>
              </a:lnSpc>
            </a:pPr>
            <a:r>
              <a:rPr lang="en-US" altLang="en-US" sz="2400" dirty="0">
                <a:latin typeface="Tahoma" panose="020B0604030504040204" pitchFamily="34" charset="0"/>
                <a:ea typeface="Tahoma" panose="020B0604030504040204" pitchFamily="34" charset="0"/>
                <a:cs typeface="Tahoma" panose="020B0604030504040204" pitchFamily="34" charset="0"/>
              </a:rPr>
              <a:t>We are trying to help a computer designer build a new machine B, that will run this program in 6 seconds.  </a:t>
            </a:r>
          </a:p>
          <a:p>
            <a:pPr>
              <a:lnSpc>
                <a:spcPct val="90000"/>
              </a:lnSpc>
            </a:pPr>
            <a:endParaRPr lang="en-US" altLang="en-US" sz="2400" dirty="0">
              <a:latin typeface="Tahoma" panose="020B0604030504040204" pitchFamily="34" charset="0"/>
              <a:ea typeface="Tahoma" panose="020B0604030504040204" pitchFamily="34" charset="0"/>
              <a:cs typeface="Tahoma" panose="020B0604030504040204" pitchFamily="34" charset="0"/>
            </a:endParaRPr>
          </a:p>
          <a:p>
            <a:pPr>
              <a:lnSpc>
                <a:spcPct val="90000"/>
              </a:lnSpc>
            </a:pPr>
            <a:r>
              <a:rPr lang="en-US" altLang="en-US" sz="2400" dirty="0">
                <a:latin typeface="Tahoma" panose="020B0604030504040204" pitchFamily="34" charset="0"/>
                <a:ea typeface="Tahoma" panose="020B0604030504040204" pitchFamily="34" charset="0"/>
                <a:cs typeface="Tahoma" panose="020B0604030504040204" pitchFamily="34" charset="0"/>
              </a:rPr>
              <a:t>The designer use new (or perhaps more expensive) technology to substantially increase the clock rate</a:t>
            </a:r>
          </a:p>
          <a:p>
            <a:pPr marL="0" indent="0">
              <a:lnSpc>
                <a:spcPct val="90000"/>
              </a:lnSpc>
              <a:buNone/>
            </a:pPr>
            <a:endParaRPr lang="en-US" altLang="en-US" sz="2400" dirty="0">
              <a:latin typeface="Tahoma" panose="020B0604030504040204" pitchFamily="34" charset="0"/>
              <a:ea typeface="Tahoma" panose="020B0604030504040204" pitchFamily="34" charset="0"/>
              <a:cs typeface="Tahoma" panose="020B0604030504040204" pitchFamily="34" charset="0"/>
            </a:endParaRPr>
          </a:p>
          <a:p>
            <a:pPr>
              <a:lnSpc>
                <a:spcPct val="90000"/>
              </a:lnSpc>
            </a:pPr>
            <a:r>
              <a:rPr lang="en-US" altLang="en-US" sz="2400" dirty="0">
                <a:latin typeface="Tahoma" panose="020B0604030504040204" pitchFamily="34" charset="0"/>
                <a:ea typeface="Tahoma" panose="020B0604030504040204" pitchFamily="34" charset="0"/>
                <a:cs typeface="Tahoma" panose="020B0604030504040204" pitchFamily="34" charset="0"/>
              </a:rPr>
              <a:t>his increase will affect the rest of the CPU design, causing machine B to require 1.2 times as many clock cycles as machine A for the same program. </a:t>
            </a:r>
          </a:p>
          <a:p>
            <a:pPr>
              <a:lnSpc>
                <a:spcPct val="90000"/>
              </a:lnSpc>
              <a:buFont typeface="Wingdings" pitchFamily="2" charset="2"/>
              <a:buNone/>
            </a:pPr>
            <a:endParaRPr lang="en-US" altLang="en-US" sz="2400" dirty="0">
              <a:latin typeface="Tahoma" panose="020B0604030504040204" pitchFamily="34" charset="0"/>
              <a:ea typeface="Tahoma" panose="020B0604030504040204" pitchFamily="34" charset="0"/>
              <a:cs typeface="Tahoma" panose="020B0604030504040204" pitchFamily="34" charset="0"/>
            </a:endParaRPr>
          </a:p>
          <a:p>
            <a:pPr>
              <a:lnSpc>
                <a:spcPct val="90000"/>
              </a:lnSpc>
            </a:pPr>
            <a:r>
              <a:rPr lang="en-US" altLang="en-US" sz="2400" dirty="0">
                <a:latin typeface="Tahoma" panose="020B0604030504040204" pitchFamily="34" charset="0"/>
                <a:ea typeface="Tahoma" panose="020B0604030504040204" pitchFamily="34" charset="0"/>
                <a:cs typeface="Tahoma" panose="020B0604030504040204" pitchFamily="34" charset="0"/>
              </a:rPr>
              <a:t>What clock rate should we tell the designer to target?</a:t>
            </a:r>
            <a:br>
              <a:rPr lang="en-US" altLang="en-US" sz="2400" dirty="0">
                <a:latin typeface="Tahoma" panose="020B0604030504040204" pitchFamily="34" charset="0"/>
                <a:ea typeface="Tahoma" panose="020B0604030504040204" pitchFamily="34" charset="0"/>
                <a:cs typeface="Tahoma" panose="020B0604030504040204" pitchFamily="34" charset="0"/>
              </a:rPr>
            </a:br>
            <a:endParaRPr lang="en-US" altLang="en-US" sz="2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754633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362200" y="95250"/>
            <a:ext cx="7010400" cy="762000"/>
          </a:xfrm>
        </p:spPr>
        <p:txBody>
          <a:bodyPr>
            <a:normAutofit/>
          </a:bodyPr>
          <a:lstStyle/>
          <a:p>
            <a:r>
              <a:rPr lang="en-US" sz="4000" b="1" dirty="0">
                <a:solidFill>
                  <a:srgbClr val="FF0000"/>
                </a:solidFill>
                <a:latin typeface="Times New Roman" pitchFamily="18" charset="0"/>
              </a:rPr>
              <a:t>Terminology</a:t>
            </a:r>
          </a:p>
        </p:txBody>
      </p:sp>
      <p:sp>
        <p:nvSpPr>
          <p:cNvPr id="10244" name="Rectangle 5"/>
          <p:cNvSpPr txBox="1">
            <a:spLocks noChangeArrowheads="1"/>
          </p:cNvSpPr>
          <p:nvPr/>
        </p:nvSpPr>
        <p:spPr bwMode="auto">
          <a:xfrm>
            <a:off x="7381876" y="6400800"/>
            <a:ext cx="3000375" cy="506412"/>
          </a:xfrm>
          <a:prstGeom prst="rect">
            <a:avLst/>
          </a:prstGeom>
          <a:noFill/>
          <a:ln w="9525">
            <a:noFill/>
            <a:miter lim="800000"/>
            <a:headEnd/>
            <a:tailEnd/>
          </a:ln>
        </p:spPr>
        <p:txBody>
          <a:bodyPr lIns="93689" tIns="46845" rIns="93689" bIns="46845" anchor="b"/>
          <a:lstStyle/>
          <a:p>
            <a:pPr algn="r" defTabSz="936625">
              <a:spcBef>
                <a:spcPct val="50000"/>
              </a:spcBef>
            </a:pPr>
            <a:fld id="{18C4929D-9D61-4CCC-A3C6-7AE64422244C}" type="slidenum">
              <a:rPr lang="en-US" sz="1600">
                <a:latin typeface="Tahoma" pitchFamily="34" charset="0"/>
                <a:ea typeface="Tahoma" pitchFamily="34" charset="0"/>
                <a:cs typeface="Tahoma" pitchFamily="34" charset="0"/>
              </a:rPr>
              <a:pPr algn="r" defTabSz="936625">
                <a:spcBef>
                  <a:spcPct val="50000"/>
                </a:spcBef>
              </a:pPr>
              <a:t>31</a:t>
            </a:fld>
            <a:endParaRPr lang="en-US" sz="1600" dirty="0">
              <a:latin typeface="Tahoma" pitchFamily="34" charset="0"/>
              <a:ea typeface="Tahoma" pitchFamily="34" charset="0"/>
              <a:cs typeface="Tahoma" pitchFamily="34" charset="0"/>
            </a:endParaRPr>
          </a:p>
        </p:txBody>
      </p:sp>
      <p:sp>
        <p:nvSpPr>
          <p:cNvPr id="8" name="Rectangle 5"/>
          <p:cNvSpPr txBox="1">
            <a:spLocks noChangeArrowheads="1"/>
          </p:cNvSpPr>
          <p:nvPr/>
        </p:nvSpPr>
        <p:spPr bwMode="auto">
          <a:xfrm>
            <a:off x="1524000" y="6579704"/>
            <a:ext cx="1752600" cy="304800"/>
          </a:xfrm>
          <a:prstGeom prst="rect">
            <a:avLst/>
          </a:prstGeom>
          <a:noFill/>
          <a:ln w="9525">
            <a:noFill/>
            <a:miter lim="800000"/>
            <a:headEnd/>
            <a:tailEnd/>
          </a:ln>
        </p:spPr>
        <p:txBody>
          <a:bodyPr lIns="93689" tIns="46845" rIns="93689" bIns="46845" anchor="b"/>
          <a:lstStyle/>
          <a:p>
            <a:pPr algn="ctr" defTabSz="936625">
              <a:spcBef>
                <a:spcPct val="50000"/>
              </a:spcBef>
            </a:pPr>
            <a:r>
              <a:rPr lang="en-US" sz="1400" b="1" dirty="0">
                <a:latin typeface="Tahoma" pitchFamily="34" charset="0"/>
                <a:ea typeface="Tahoma" pitchFamily="34" charset="0"/>
                <a:cs typeface="Tahoma" pitchFamily="34" charset="0"/>
              </a:rPr>
              <a:t>KICT, IIUM</a:t>
            </a:r>
          </a:p>
        </p:txBody>
      </p:sp>
      <p:sp>
        <p:nvSpPr>
          <p:cNvPr id="10" name="Rectangle 54"/>
          <p:cNvSpPr>
            <a:spLocks noChangeAspect="1" noChangeArrowheads="1"/>
          </p:cNvSpPr>
          <p:nvPr/>
        </p:nvSpPr>
        <p:spPr bwMode="auto">
          <a:xfrm>
            <a:off x="1524000" y="6516364"/>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sp>
        <p:nvSpPr>
          <p:cNvPr id="11" name="Rectangle 54"/>
          <p:cNvSpPr>
            <a:spLocks noChangeAspect="1" noChangeArrowheads="1"/>
          </p:cNvSpPr>
          <p:nvPr/>
        </p:nvSpPr>
        <p:spPr bwMode="auto">
          <a:xfrm>
            <a:off x="1524000" y="938442"/>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pic>
        <p:nvPicPr>
          <p:cNvPr id="9217" name="Picture 1" descr="C:\Users\Hafiz\Desktop\images.jpg"/>
          <p:cNvPicPr>
            <a:picLocks noChangeAspect="1" noChangeArrowheads="1"/>
          </p:cNvPicPr>
          <p:nvPr/>
        </p:nvPicPr>
        <p:blipFill>
          <a:blip r:embed="rId3"/>
          <a:srcRect/>
          <a:stretch>
            <a:fillRect/>
          </a:stretch>
        </p:blipFill>
        <p:spPr bwMode="auto">
          <a:xfrm>
            <a:off x="9744076" y="2"/>
            <a:ext cx="923924" cy="923924"/>
          </a:xfrm>
          <a:prstGeom prst="rect">
            <a:avLst/>
          </a:prstGeom>
          <a:noFill/>
        </p:spPr>
      </p:pic>
      <p:sp>
        <p:nvSpPr>
          <p:cNvPr id="9" name="TextBox 8"/>
          <p:cNvSpPr txBox="1">
            <a:spLocks noChangeArrowheads="1"/>
          </p:cNvSpPr>
          <p:nvPr/>
        </p:nvSpPr>
        <p:spPr bwMode="auto">
          <a:xfrm>
            <a:off x="5419726" y="6553200"/>
            <a:ext cx="2047875" cy="304800"/>
          </a:xfrm>
          <a:prstGeom prst="rect">
            <a:avLst/>
          </a:prstGeom>
          <a:noFill/>
          <a:ln w="9525">
            <a:noFill/>
            <a:miter lim="800000"/>
            <a:headEnd/>
            <a:tailEnd/>
          </a:ln>
        </p:spPr>
        <p:txBody>
          <a:bodyPr lIns="93689" tIns="46845" rIns="93689" bIns="46845" anchor="b"/>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6625">
              <a:spcBef>
                <a:spcPct val="50000"/>
              </a:spcBef>
            </a:pPr>
            <a:r>
              <a:rPr lang="en-US" sz="1400" dirty="0">
                <a:latin typeface="Tahoma" pitchFamily="34" charset="0"/>
                <a:ea typeface="Tahoma" pitchFamily="34" charset="0"/>
                <a:cs typeface="Tahoma" pitchFamily="34" charset="0"/>
              </a:rPr>
              <a:t>Performance</a:t>
            </a:r>
          </a:p>
        </p:txBody>
      </p:sp>
      <p:sp>
        <p:nvSpPr>
          <p:cNvPr id="12" name="Rectangle 3"/>
          <p:cNvSpPr txBox="1">
            <a:spLocks noChangeArrowheads="1"/>
          </p:cNvSpPr>
          <p:nvPr/>
        </p:nvSpPr>
        <p:spPr>
          <a:xfrm>
            <a:off x="1600200" y="1021080"/>
            <a:ext cx="8915400" cy="4389120"/>
          </a:xfrm>
          <a:prstGeom prst="rect">
            <a:avLst/>
          </a:prstGeo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14000"/>
              </a:lnSpc>
              <a:spcBef>
                <a:spcPts val="0"/>
              </a:spcBef>
            </a:pPr>
            <a:r>
              <a:rPr lang="en-US" altLang="en-US" sz="2800" dirty="0">
                <a:latin typeface="Arial Rounded MT Bold" panose="020F0704030504030204" pitchFamily="34" charset="0"/>
              </a:rPr>
              <a:t>A given program will require:</a:t>
            </a:r>
          </a:p>
          <a:p>
            <a:pPr lvl="1">
              <a:lnSpc>
                <a:spcPct val="114000"/>
              </a:lnSpc>
              <a:spcBef>
                <a:spcPts val="0"/>
              </a:spcBef>
            </a:pPr>
            <a:r>
              <a:rPr lang="en-US" altLang="en-US" dirty="0">
                <a:latin typeface="Arial Rounded MT Bold" panose="020F0704030504030204" pitchFamily="34" charset="0"/>
              </a:rPr>
              <a:t>some number of instructions (machine instructions)</a:t>
            </a:r>
          </a:p>
          <a:p>
            <a:pPr lvl="1">
              <a:lnSpc>
                <a:spcPct val="114000"/>
              </a:lnSpc>
              <a:spcBef>
                <a:spcPts val="0"/>
              </a:spcBef>
            </a:pPr>
            <a:r>
              <a:rPr lang="en-US" altLang="en-US" dirty="0">
                <a:latin typeface="Arial Rounded MT Bold" panose="020F0704030504030204" pitchFamily="34" charset="0"/>
              </a:rPr>
              <a:t>some number of cycles</a:t>
            </a:r>
          </a:p>
          <a:p>
            <a:pPr lvl="1">
              <a:lnSpc>
                <a:spcPct val="114000"/>
              </a:lnSpc>
              <a:spcBef>
                <a:spcPts val="0"/>
              </a:spcBef>
            </a:pPr>
            <a:r>
              <a:rPr lang="en-US" altLang="en-US" dirty="0">
                <a:latin typeface="Arial Rounded MT Bold" panose="020F0704030504030204" pitchFamily="34" charset="0"/>
              </a:rPr>
              <a:t>some number of seconds</a:t>
            </a:r>
          </a:p>
          <a:p>
            <a:pPr>
              <a:lnSpc>
                <a:spcPct val="114000"/>
              </a:lnSpc>
              <a:spcBef>
                <a:spcPts val="0"/>
              </a:spcBef>
            </a:pPr>
            <a:r>
              <a:rPr lang="en-US" altLang="en-US" sz="2700" dirty="0">
                <a:latin typeface="Arial Rounded MT Bold" panose="020F0704030504030204" pitchFamily="34" charset="0"/>
              </a:rPr>
              <a:t>We have a vocabulary that relates these quantities:</a:t>
            </a:r>
          </a:p>
          <a:p>
            <a:pPr lvl="1">
              <a:lnSpc>
                <a:spcPct val="114000"/>
              </a:lnSpc>
              <a:spcBef>
                <a:spcPts val="0"/>
              </a:spcBef>
            </a:pPr>
            <a:r>
              <a:rPr lang="en-US" altLang="en-US" i="1" dirty="0">
                <a:latin typeface="Arial Rounded MT Bold" panose="020F0704030504030204" pitchFamily="34" charset="0"/>
              </a:rPr>
              <a:t>cycle time</a:t>
            </a:r>
            <a:r>
              <a:rPr lang="en-US" altLang="en-US" dirty="0">
                <a:latin typeface="Arial Rounded MT Bold" panose="020F0704030504030204" pitchFamily="34" charset="0"/>
              </a:rPr>
              <a:t> (seconds per cycle)</a:t>
            </a:r>
          </a:p>
          <a:p>
            <a:pPr lvl="1">
              <a:lnSpc>
                <a:spcPct val="114000"/>
              </a:lnSpc>
              <a:spcBef>
                <a:spcPts val="0"/>
              </a:spcBef>
            </a:pPr>
            <a:r>
              <a:rPr lang="en-US" altLang="en-US" i="1" dirty="0">
                <a:latin typeface="Arial Rounded MT Bold" panose="020F0704030504030204" pitchFamily="34" charset="0"/>
              </a:rPr>
              <a:t>clock rate</a:t>
            </a:r>
            <a:r>
              <a:rPr lang="en-US" altLang="en-US" dirty="0">
                <a:latin typeface="Arial Rounded MT Bold" panose="020F0704030504030204" pitchFamily="34" charset="0"/>
              </a:rPr>
              <a:t> (cycles per second)</a:t>
            </a:r>
          </a:p>
          <a:p>
            <a:pPr lvl="1">
              <a:lnSpc>
                <a:spcPct val="114000"/>
              </a:lnSpc>
              <a:spcBef>
                <a:spcPts val="0"/>
              </a:spcBef>
            </a:pPr>
            <a:r>
              <a:rPr lang="en-US" altLang="en-US" dirty="0">
                <a:latin typeface="Arial Rounded MT Bold" panose="020F0704030504030204" pitchFamily="34" charset="0"/>
              </a:rPr>
              <a:t>(</a:t>
            </a:r>
            <a:r>
              <a:rPr lang="en-US" altLang="en-US" i="1" dirty="0">
                <a:latin typeface="Arial Rounded MT Bold" panose="020F0704030504030204" pitchFamily="34" charset="0"/>
              </a:rPr>
              <a:t>average</a:t>
            </a:r>
            <a:r>
              <a:rPr lang="en-US" altLang="en-US" dirty="0">
                <a:latin typeface="Arial Rounded MT Bold" panose="020F0704030504030204" pitchFamily="34" charset="0"/>
              </a:rPr>
              <a:t>)</a:t>
            </a:r>
            <a:r>
              <a:rPr lang="en-US" altLang="en-US" i="1" dirty="0">
                <a:latin typeface="Arial Rounded MT Bold" panose="020F0704030504030204" pitchFamily="34" charset="0"/>
              </a:rPr>
              <a:t> CPI</a:t>
            </a:r>
            <a:r>
              <a:rPr lang="en-US" altLang="en-US" dirty="0">
                <a:latin typeface="Arial Rounded MT Bold" panose="020F0704030504030204" pitchFamily="34" charset="0"/>
              </a:rPr>
              <a:t> (cycles per instruction)             </a:t>
            </a:r>
          </a:p>
          <a:p>
            <a:pPr lvl="2">
              <a:lnSpc>
                <a:spcPct val="114000"/>
              </a:lnSpc>
              <a:spcBef>
                <a:spcPts val="0"/>
              </a:spcBef>
            </a:pPr>
            <a:r>
              <a:rPr lang="en-US" altLang="en-US" sz="2000" dirty="0">
                <a:latin typeface="Arial Rounded MT Bold" panose="020F0704030504030204" pitchFamily="34" charset="0"/>
              </a:rPr>
              <a:t>a floating point intensive application might have a higher average CPI</a:t>
            </a:r>
          </a:p>
          <a:p>
            <a:pPr lvl="1">
              <a:lnSpc>
                <a:spcPct val="114000"/>
              </a:lnSpc>
              <a:spcBef>
                <a:spcPts val="0"/>
              </a:spcBef>
            </a:pPr>
            <a:r>
              <a:rPr lang="en-US" altLang="en-US" i="1" dirty="0">
                <a:latin typeface="Arial Rounded MT Bold" panose="020F0704030504030204" pitchFamily="34" charset="0"/>
              </a:rPr>
              <a:t>MIPS </a:t>
            </a:r>
            <a:r>
              <a:rPr lang="en-US" altLang="en-US" dirty="0">
                <a:latin typeface="Arial Rounded MT Bold" panose="020F0704030504030204" pitchFamily="34" charset="0"/>
              </a:rPr>
              <a:t>(millions of instructions per second)</a:t>
            </a:r>
          </a:p>
          <a:p>
            <a:pPr lvl="2">
              <a:lnSpc>
                <a:spcPct val="114000"/>
              </a:lnSpc>
              <a:spcBef>
                <a:spcPts val="0"/>
              </a:spcBef>
            </a:pPr>
            <a:r>
              <a:rPr lang="en-US" altLang="en-US" sz="2000" dirty="0">
                <a:latin typeface="Arial Rounded MT Bold" panose="020F0704030504030204" pitchFamily="34" charset="0"/>
              </a:rPr>
              <a:t>this would be higher for a program using simple instructions</a:t>
            </a:r>
          </a:p>
        </p:txBody>
      </p:sp>
    </p:spTree>
    <p:extLst>
      <p:ext uri="{BB962C8B-B14F-4D97-AF65-F5344CB8AC3E}">
        <p14:creationId xmlns:p14="http://schemas.microsoft.com/office/powerpoint/2010/main" val="3837093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362200" y="95250"/>
            <a:ext cx="7010400" cy="762000"/>
          </a:xfrm>
        </p:spPr>
        <p:txBody>
          <a:bodyPr>
            <a:normAutofit/>
          </a:bodyPr>
          <a:lstStyle/>
          <a:p>
            <a:r>
              <a:rPr lang="en-US" sz="4000" b="1" dirty="0">
                <a:solidFill>
                  <a:srgbClr val="FF0000"/>
                </a:solidFill>
                <a:latin typeface="Times New Roman" pitchFamily="18" charset="0"/>
              </a:rPr>
              <a:t>Performance Measure</a:t>
            </a:r>
          </a:p>
        </p:txBody>
      </p:sp>
      <p:sp>
        <p:nvSpPr>
          <p:cNvPr id="10244" name="Rectangle 5"/>
          <p:cNvSpPr txBox="1">
            <a:spLocks noChangeArrowheads="1"/>
          </p:cNvSpPr>
          <p:nvPr/>
        </p:nvSpPr>
        <p:spPr bwMode="auto">
          <a:xfrm>
            <a:off x="7381876" y="6400800"/>
            <a:ext cx="3000375" cy="506412"/>
          </a:xfrm>
          <a:prstGeom prst="rect">
            <a:avLst/>
          </a:prstGeom>
          <a:noFill/>
          <a:ln w="9525">
            <a:noFill/>
            <a:miter lim="800000"/>
            <a:headEnd/>
            <a:tailEnd/>
          </a:ln>
        </p:spPr>
        <p:txBody>
          <a:bodyPr lIns="93689" tIns="46845" rIns="93689" bIns="46845" anchor="b"/>
          <a:lstStyle/>
          <a:p>
            <a:pPr algn="r" defTabSz="936625">
              <a:spcBef>
                <a:spcPct val="50000"/>
              </a:spcBef>
            </a:pPr>
            <a:fld id="{18C4929D-9D61-4CCC-A3C6-7AE64422244C}" type="slidenum">
              <a:rPr lang="en-US" sz="1600">
                <a:latin typeface="Tahoma" pitchFamily="34" charset="0"/>
                <a:ea typeface="Tahoma" pitchFamily="34" charset="0"/>
                <a:cs typeface="Tahoma" pitchFamily="34" charset="0"/>
              </a:rPr>
              <a:pPr algn="r" defTabSz="936625">
                <a:spcBef>
                  <a:spcPct val="50000"/>
                </a:spcBef>
              </a:pPr>
              <a:t>32</a:t>
            </a:fld>
            <a:endParaRPr lang="en-US" sz="1600" dirty="0">
              <a:latin typeface="Tahoma" pitchFamily="34" charset="0"/>
              <a:ea typeface="Tahoma" pitchFamily="34" charset="0"/>
              <a:cs typeface="Tahoma" pitchFamily="34" charset="0"/>
            </a:endParaRPr>
          </a:p>
        </p:txBody>
      </p:sp>
      <p:sp>
        <p:nvSpPr>
          <p:cNvPr id="8" name="Rectangle 5"/>
          <p:cNvSpPr txBox="1">
            <a:spLocks noChangeArrowheads="1"/>
          </p:cNvSpPr>
          <p:nvPr/>
        </p:nvSpPr>
        <p:spPr bwMode="auto">
          <a:xfrm>
            <a:off x="1524000" y="6579704"/>
            <a:ext cx="1752600" cy="304800"/>
          </a:xfrm>
          <a:prstGeom prst="rect">
            <a:avLst/>
          </a:prstGeom>
          <a:noFill/>
          <a:ln w="9525">
            <a:noFill/>
            <a:miter lim="800000"/>
            <a:headEnd/>
            <a:tailEnd/>
          </a:ln>
        </p:spPr>
        <p:txBody>
          <a:bodyPr lIns="93689" tIns="46845" rIns="93689" bIns="46845" anchor="b"/>
          <a:lstStyle/>
          <a:p>
            <a:pPr algn="ctr" defTabSz="936625">
              <a:spcBef>
                <a:spcPct val="50000"/>
              </a:spcBef>
            </a:pPr>
            <a:r>
              <a:rPr lang="en-US" sz="1400" b="1" dirty="0">
                <a:latin typeface="Tahoma" pitchFamily="34" charset="0"/>
                <a:ea typeface="Tahoma" pitchFamily="34" charset="0"/>
                <a:cs typeface="Tahoma" pitchFamily="34" charset="0"/>
              </a:rPr>
              <a:t>KICT, IIUM</a:t>
            </a:r>
          </a:p>
        </p:txBody>
      </p:sp>
      <p:sp>
        <p:nvSpPr>
          <p:cNvPr id="10" name="Rectangle 54"/>
          <p:cNvSpPr>
            <a:spLocks noChangeAspect="1" noChangeArrowheads="1"/>
          </p:cNvSpPr>
          <p:nvPr/>
        </p:nvSpPr>
        <p:spPr bwMode="auto">
          <a:xfrm>
            <a:off x="1524000" y="6516364"/>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sp>
        <p:nvSpPr>
          <p:cNvPr id="11" name="Rectangle 54"/>
          <p:cNvSpPr>
            <a:spLocks noChangeAspect="1" noChangeArrowheads="1"/>
          </p:cNvSpPr>
          <p:nvPr/>
        </p:nvSpPr>
        <p:spPr bwMode="auto">
          <a:xfrm>
            <a:off x="1524000" y="938442"/>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pic>
        <p:nvPicPr>
          <p:cNvPr id="9217" name="Picture 1" descr="C:\Users\Hafiz\Desktop\images.jpg"/>
          <p:cNvPicPr>
            <a:picLocks noChangeAspect="1" noChangeArrowheads="1"/>
          </p:cNvPicPr>
          <p:nvPr/>
        </p:nvPicPr>
        <p:blipFill>
          <a:blip r:embed="rId3"/>
          <a:srcRect/>
          <a:stretch>
            <a:fillRect/>
          </a:stretch>
        </p:blipFill>
        <p:spPr bwMode="auto">
          <a:xfrm>
            <a:off x="9744076" y="2"/>
            <a:ext cx="923924" cy="923924"/>
          </a:xfrm>
          <a:prstGeom prst="rect">
            <a:avLst/>
          </a:prstGeom>
          <a:noFill/>
        </p:spPr>
      </p:pic>
      <p:sp>
        <p:nvSpPr>
          <p:cNvPr id="9" name="TextBox 8"/>
          <p:cNvSpPr txBox="1">
            <a:spLocks noChangeArrowheads="1"/>
          </p:cNvSpPr>
          <p:nvPr/>
        </p:nvSpPr>
        <p:spPr bwMode="auto">
          <a:xfrm>
            <a:off x="5419726" y="6553200"/>
            <a:ext cx="2047875" cy="304800"/>
          </a:xfrm>
          <a:prstGeom prst="rect">
            <a:avLst/>
          </a:prstGeom>
          <a:noFill/>
          <a:ln w="9525">
            <a:noFill/>
            <a:miter lim="800000"/>
            <a:headEnd/>
            <a:tailEnd/>
          </a:ln>
        </p:spPr>
        <p:txBody>
          <a:bodyPr lIns="93689" tIns="46845" rIns="93689" bIns="46845" anchor="b"/>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6625">
              <a:spcBef>
                <a:spcPct val="50000"/>
              </a:spcBef>
            </a:pPr>
            <a:r>
              <a:rPr lang="en-US" sz="1400" dirty="0">
                <a:latin typeface="Tahoma" pitchFamily="34" charset="0"/>
                <a:ea typeface="Tahoma" pitchFamily="34" charset="0"/>
                <a:cs typeface="Tahoma" pitchFamily="34" charset="0"/>
              </a:rPr>
              <a:t>Performance</a:t>
            </a:r>
          </a:p>
        </p:txBody>
      </p:sp>
      <p:sp>
        <p:nvSpPr>
          <p:cNvPr id="12" name="Rectangle 3"/>
          <p:cNvSpPr txBox="1">
            <a:spLocks noChangeArrowheads="1"/>
          </p:cNvSpPr>
          <p:nvPr/>
        </p:nvSpPr>
        <p:spPr>
          <a:xfrm>
            <a:off x="1676400" y="1173480"/>
            <a:ext cx="8915400" cy="4389120"/>
          </a:xfrm>
          <a:prstGeom prst="rect">
            <a:avLst/>
          </a:prstGeo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spcBef>
                <a:spcPts val="0"/>
              </a:spcBef>
            </a:pPr>
            <a:r>
              <a:rPr lang="en-US" altLang="en-US" sz="3200" dirty="0">
                <a:latin typeface="Tahoma" panose="020B0604030504040204" pitchFamily="34" charset="0"/>
                <a:ea typeface="Tahoma" panose="020B0604030504040204" pitchFamily="34" charset="0"/>
                <a:cs typeface="Tahoma" panose="020B0604030504040204" pitchFamily="34" charset="0"/>
              </a:rPr>
              <a:t>Performance is determined by execution time</a:t>
            </a:r>
          </a:p>
          <a:p>
            <a:pPr>
              <a:spcBef>
                <a:spcPts val="0"/>
              </a:spcBef>
              <a:buNone/>
            </a:pPr>
            <a:endParaRPr lang="en-US" altLang="en-US" sz="3200" dirty="0">
              <a:latin typeface="Tahoma" panose="020B0604030504040204" pitchFamily="34" charset="0"/>
              <a:ea typeface="Tahoma" panose="020B0604030504040204" pitchFamily="34" charset="0"/>
              <a:cs typeface="Tahoma" panose="020B0604030504040204" pitchFamily="34" charset="0"/>
            </a:endParaRPr>
          </a:p>
          <a:p>
            <a:pPr>
              <a:spcBef>
                <a:spcPts val="0"/>
              </a:spcBef>
            </a:pPr>
            <a:r>
              <a:rPr lang="en-US" altLang="en-US" sz="3200" dirty="0">
                <a:latin typeface="Arial Rounded MT Bold" panose="020F0704030504030204" pitchFamily="34" charset="0"/>
                <a:ea typeface="Tahoma" panose="020B0604030504040204" pitchFamily="34" charset="0"/>
                <a:cs typeface="Tahoma" panose="020B0604030504040204" pitchFamily="34" charset="0"/>
              </a:rPr>
              <a:t>Do any of these variables represents equal performance?</a:t>
            </a:r>
          </a:p>
          <a:p>
            <a:pPr lvl="1">
              <a:spcBef>
                <a:spcPts val="0"/>
              </a:spcBef>
            </a:pPr>
            <a:r>
              <a:rPr lang="en-US" altLang="en-US" sz="2800" dirty="0">
                <a:latin typeface="Arial Rounded MT Bold" panose="020F0704030504030204" pitchFamily="34" charset="0"/>
                <a:ea typeface="Tahoma" panose="020B0604030504040204" pitchFamily="34" charset="0"/>
                <a:cs typeface="Tahoma" panose="020B0604030504040204" pitchFamily="34" charset="0"/>
              </a:rPr>
              <a:t># of cycles to execute program?</a:t>
            </a:r>
          </a:p>
          <a:p>
            <a:pPr lvl="1">
              <a:spcBef>
                <a:spcPts val="0"/>
              </a:spcBef>
            </a:pPr>
            <a:r>
              <a:rPr lang="en-US" altLang="en-US" sz="2800" dirty="0">
                <a:latin typeface="Arial Rounded MT Bold" panose="020F0704030504030204" pitchFamily="34" charset="0"/>
                <a:ea typeface="Tahoma" panose="020B0604030504040204" pitchFamily="34" charset="0"/>
                <a:cs typeface="Tahoma" panose="020B0604030504040204" pitchFamily="34" charset="0"/>
              </a:rPr>
              <a:t># of instructions in program?</a:t>
            </a:r>
          </a:p>
          <a:p>
            <a:pPr lvl="1">
              <a:spcBef>
                <a:spcPts val="0"/>
              </a:spcBef>
            </a:pPr>
            <a:r>
              <a:rPr lang="en-US" altLang="en-US" sz="2800" dirty="0">
                <a:latin typeface="Arial Rounded MT Bold" panose="020F0704030504030204" pitchFamily="34" charset="0"/>
                <a:ea typeface="Tahoma" panose="020B0604030504040204" pitchFamily="34" charset="0"/>
                <a:cs typeface="Tahoma" panose="020B0604030504040204" pitchFamily="34" charset="0"/>
              </a:rPr>
              <a:t># of cycles per second?</a:t>
            </a:r>
          </a:p>
          <a:p>
            <a:pPr lvl="1">
              <a:spcBef>
                <a:spcPts val="0"/>
              </a:spcBef>
            </a:pPr>
            <a:r>
              <a:rPr lang="en-US" altLang="en-US" sz="2800" dirty="0">
                <a:latin typeface="Arial Rounded MT Bold" panose="020F0704030504030204" pitchFamily="34" charset="0"/>
                <a:ea typeface="Tahoma" panose="020B0604030504040204" pitchFamily="34" charset="0"/>
                <a:cs typeface="Tahoma" panose="020B0604030504040204" pitchFamily="34" charset="0"/>
              </a:rPr>
              <a:t>average # of cycles per instruction?</a:t>
            </a:r>
          </a:p>
          <a:p>
            <a:pPr lvl="1">
              <a:spcBef>
                <a:spcPts val="0"/>
              </a:spcBef>
            </a:pPr>
            <a:r>
              <a:rPr lang="en-US" altLang="en-US" sz="2800" dirty="0">
                <a:latin typeface="Arial Rounded MT Bold" panose="020F0704030504030204" pitchFamily="34" charset="0"/>
                <a:ea typeface="Tahoma" panose="020B0604030504040204" pitchFamily="34" charset="0"/>
                <a:cs typeface="Tahoma" panose="020B0604030504040204" pitchFamily="34" charset="0"/>
              </a:rPr>
              <a:t>average # of instructions per second?</a:t>
            </a:r>
          </a:p>
        </p:txBody>
      </p:sp>
    </p:spTree>
    <p:extLst>
      <p:ext uri="{BB962C8B-B14F-4D97-AF65-F5344CB8AC3E}">
        <p14:creationId xmlns:p14="http://schemas.microsoft.com/office/powerpoint/2010/main" val="1370029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362200" y="95250"/>
            <a:ext cx="7010400" cy="762000"/>
          </a:xfrm>
        </p:spPr>
        <p:txBody>
          <a:bodyPr>
            <a:normAutofit/>
          </a:bodyPr>
          <a:lstStyle/>
          <a:p>
            <a:r>
              <a:rPr lang="en-US" sz="4000" b="1" dirty="0">
                <a:solidFill>
                  <a:srgbClr val="FF0000"/>
                </a:solidFill>
                <a:latin typeface="Times New Roman" pitchFamily="18" charset="0"/>
              </a:rPr>
              <a:t>Performance Equation</a:t>
            </a:r>
          </a:p>
        </p:txBody>
      </p:sp>
      <p:sp>
        <p:nvSpPr>
          <p:cNvPr id="10244" name="Rectangle 5"/>
          <p:cNvSpPr txBox="1">
            <a:spLocks noChangeArrowheads="1"/>
          </p:cNvSpPr>
          <p:nvPr/>
        </p:nvSpPr>
        <p:spPr bwMode="auto">
          <a:xfrm>
            <a:off x="7381876" y="6400800"/>
            <a:ext cx="3000375" cy="506412"/>
          </a:xfrm>
          <a:prstGeom prst="rect">
            <a:avLst/>
          </a:prstGeom>
          <a:noFill/>
          <a:ln w="9525">
            <a:noFill/>
            <a:miter lim="800000"/>
            <a:headEnd/>
            <a:tailEnd/>
          </a:ln>
        </p:spPr>
        <p:txBody>
          <a:bodyPr lIns="93689" tIns="46845" rIns="93689" bIns="46845" anchor="b"/>
          <a:lstStyle/>
          <a:p>
            <a:pPr algn="r" defTabSz="936625">
              <a:spcBef>
                <a:spcPct val="50000"/>
              </a:spcBef>
            </a:pPr>
            <a:fld id="{18C4929D-9D61-4CCC-A3C6-7AE64422244C}" type="slidenum">
              <a:rPr lang="en-US" sz="1600">
                <a:latin typeface="Tahoma" pitchFamily="34" charset="0"/>
                <a:ea typeface="Tahoma" pitchFamily="34" charset="0"/>
                <a:cs typeface="Tahoma" pitchFamily="34" charset="0"/>
              </a:rPr>
              <a:pPr algn="r" defTabSz="936625">
                <a:spcBef>
                  <a:spcPct val="50000"/>
                </a:spcBef>
              </a:pPr>
              <a:t>33</a:t>
            </a:fld>
            <a:endParaRPr lang="en-US" sz="1600" dirty="0">
              <a:latin typeface="Tahoma" pitchFamily="34" charset="0"/>
              <a:ea typeface="Tahoma" pitchFamily="34" charset="0"/>
              <a:cs typeface="Tahoma" pitchFamily="34" charset="0"/>
            </a:endParaRPr>
          </a:p>
        </p:txBody>
      </p:sp>
      <p:sp>
        <p:nvSpPr>
          <p:cNvPr id="8" name="Rectangle 5"/>
          <p:cNvSpPr txBox="1">
            <a:spLocks noChangeArrowheads="1"/>
          </p:cNvSpPr>
          <p:nvPr/>
        </p:nvSpPr>
        <p:spPr bwMode="auto">
          <a:xfrm>
            <a:off x="1524000" y="6579704"/>
            <a:ext cx="1752600" cy="304800"/>
          </a:xfrm>
          <a:prstGeom prst="rect">
            <a:avLst/>
          </a:prstGeom>
          <a:noFill/>
          <a:ln w="9525">
            <a:noFill/>
            <a:miter lim="800000"/>
            <a:headEnd/>
            <a:tailEnd/>
          </a:ln>
        </p:spPr>
        <p:txBody>
          <a:bodyPr lIns="93689" tIns="46845" rIns="93689" bIns="46845" anchor="b"/>
          <a:lstStyle/>
          <a:p>
            <a:pPr algn="ctr" defTabSz="936625">
              <a:spcBef>
                <a:spcPct val="50000"/>
              </a:spcBef>
            </a:pPr>
            <a:r>
              <a:rPr lang="en-US" sz="1400" b="1" dirty="0">
                <a:latin typeface="Tahoma" pitchFamily="34" charset="0"/>
                <a:ea typeface="Tahoma" pitchFamily="34" charset="0"/>
                <a:cs typeface="Tahoma" pitchFamily="34" charset="0"/>
              </a:rPr>
              <a:t>KICT, IIUM</a:t>
            </a:r>
          </a:p>
        </p:txBody>
      </p:sp>
      <p:sp>
        <p:nvSpPr>
          <p:cNvPr id="10" name="Rectangle 54"/>
          <p:cNvSpPr>
            <a:spLocks noChangeAspect="1" noChangeArrowheads="1"/>
          </p:cNvSpPr>
          <p:nvPr/>
        </p:nvSpPr>
        <p:spPr bwMode="auto">
          <a:xfrm>
            <a:off x="1524000" y="6516364"/>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sp>
        <p:nvSpPr>
          <p:cNvPr id="11" name="Rectangle 54"/>
          <p:cNvSpPr>
            <a:spLocks noChangeAspect="1" noChangeArrowheads="1"/>
          </p:cNvSpPr>
          <p:nvPr/>
        </p:nvSpPr>
        <p:spPr bwMode="auto">
          <a:xfrm>
            <a:off x="1524000" y="938442"/>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pic>
        <p:nvPicPr>
          <p:cNvPr id="9217" name="Picture 1" descr="C:\Users\Hafiz\Desktop\images.jpg"/>
          <p:cNvPicPr>
            <a:picLocks noChangeAspect="1" noChangeArrowheads="1"/>
          </p:cNvPicPr>
          <p:nvPr/>
        </p:nvPicPr>
        <p:blipFill>
          <a:blip r:embed="rId3"/>
          <a:srcRect/>
          <a:stretch>
            <a:fillRect/>
          </a:stretch>
        </p:blipFill>
        <p:spPr bwMode="auto">
          <a:xfrm>
            <a:off x="9744076" y="2"/>
            <a:ext cx="923924" cy="923924"/>
          </a:xfrm>
          <a:prstGeom prst="rect">
            <a:avLst/>
          </a:prstGeom>
          <a:noFill/>
        </p:spPr>
      </p:pic>
      <p:sp>
        <p:nvSpPr>
          <p:cNvPr id="9" name="TextBox 8"/>
          <p:cNvSpPr txBox="1">
            <a:spLocks noChangeArrowheads="1"/>
          </p:cNvSpPr>
          <p:nvPr/>
        </p:nvSpPr>
        <p:spPr bwMode="auto">
          <a:xfrm>
            <a:off x="5419726" y="6553200"/>
            <a:ext cx="2047875" cy="304800"/>
          </a:xfrm>
          <a:prstGeom prst="rect">
            <a:avLst/>
          </a:prstGeom>
          <a:noFill/>
          <a:ln w="9525">
            <a:noFill/>
            <a:miter lim="800000"/>
            <a:headEnd/>
            <a:tailEnd/>
          </a:ln>
        </p:spPr>
        <p:txBody>
          <a:bodyPr lIns="93689" tIns="46845" rIns="93689" bIns="46845" anchor="b"/>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6625">
              <a:spcBef>
                <a:spcPct val="50000"/>
              </a:spcBef>
            </a:pPr>
            <a:r>
              <a:rPr lang="en-US" sz="1400" dirty="0">
                <a:latin typeface="Tahoma" pitchFamily="34" charset="0"/>
                <a:ea typeface="Tahoma" pitchFamily="34" charset="0"/>
                <a:cs typeface="Tahoma" pitchFamily="34" charset="0"/>
              </a:rPr>
              <a:t>Performance</a:t>
            </a:r>
          </a:p>
        </p:txBody>
      </p:sp>
      <p:sp>
        <p:nvSpPr>
          <p:cNvPr id="12" name="Text Box 3"/>
          <p:cNvSpPr txBox="1">
            <a:spLocks noChangeArrowheads="1"/>
          </p:cNvSpPr>
          <p:nvPr/>
        </p:nvSpPr>
        <p:spPr>
          <a:xfrm>
            <a:off x="1752600" y="1295401"/>
            <a:ext cx="8726488" cy="4837113"/>
          </a:xfrm>
          <a:prstGeom prst="rect">
            <a:avLst/>
          </a:prstGeom>
          <a:noFill/>
        </p:spPr>
        <p:txBody>
          <a:bodyPr vert="horz">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spcBef>
                <a:spcPct val="0"/>
              </a:spcBef>
              <a:buClrTx/>
              <a:buSzTx/>
              <a:buFontTx/>
              <a:buNone/>
            </a:pPr>
            <a:r>
              <a:rPr lang="en-US" altLang="en-US" sz="2000" dirty="0">
                <a:latin typeface="Times New Roman" pitchFamily="18" charset="0"/>
              </a:rPr>
              <a:t>CPU execution time         Instruction count        average CPI        Clock cycle time    </a:t>
            </a:r>
          </a:p>
          <a:p>
            <a:pPr>
              <a:spcBef>
                <a:spcPct val="0"/>
              </a:spcBef>
              <a:buClrTx/>
              <a:buSzTx/>
              <a:buFontTx/>
              <a:buNone/>
            </a:pPr>
            <a:r>
              <a:rPr lang="en-US" altLang="en-US" sz="2000" dirty="0">
                <a:latin typeface="Times New Roman" pitchFamily="18" charset="0"/>
              </a:rPr>
              <a:t>for a program                   for a program</a:t>
            </a:r>
          </a:p>
          <a:p>
            <a:pPr>
              <a:buFont typeface="Wingdings" pitchFamily="2" charset="2"/>
              <a:buNone/>
            </a:pPr>
            <a:endParaRPr lang="en-US" altLang="en-US" sz="2800" dirty="0">
              <a:latin typeface="Times New Roman" pitchFamily="18" charset="0"/>
            </a:endParaRPr>
          </a:p>
        </p:txBody>
      </p:sp>
      <p:sp>
        <p:nvSpPr>
          <p:cNvPr id="14" name="Text Box 4"/>
          <p:cNvSpPr txBox="1">
            <a:spLocks noChangeArrowheads="1"/>
          </p:cNvSpPr>
          <p:nvPr/>
        </p:nvSpPr>
        <p:spPr bwMode="auto">
          <a:xfrm>
            <a:off x="4038600" y="1447801"/>
            <a:ext cx="3127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n-US" altLang="en-US" sz="1800" dirty="0">
                <a:latin typeface="Times New Roman" pitchFamily="18" charset="0"/>
              </a:rPr>
              <a:t>=</a:t>
            </a:r>
          </a:p>
        </p:txBody>
      </p:sp>
      <p:sp>
        <p:nvSpPr>
          <p:cNvPr id="15" name="Text Box 5"/>
          <p:cNvSpPr txBox="1">
            <a:spLocks noChangeArrowheads="1"/>
          </p:cNvSpPr>
          <p:nvPr/>
        </p:nvSpPr>
        <p:spPr bwMode="auto">
          <a:xfrm>
            <a:off x="6381750" y="1431926"/>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n-US" altLang="en-US" sz="2000" dirty="0">
                <a:sym typeface="Symbol" pitchFamily="18" charset="2"/>
              </a:rPr>
              <a:t></a:t>
            </a:r>
            <a:endParaRPr lang="en-US" altLang="en-US" sz="2000" dirty="0"/>
          </a:p>
        </p:txBody>
      </p:sp>
      <p:sp>
        <p:nvSpPr>
          <p:cNvPr id="16" name="Text Box 6"/>
          <p:cNvSpPr txBox="1">
            <a:spLocks noChangeArrowheads="1"/>
          </p:cNvSpPr>
          <p:nvPr/>
        </p:nvSpPr>
        <p:spPr bwMode="auto">
          <a:xfrm>
            <a:off x="8134350" y="1295401"/>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n-US" altLang="en-US" sz="2000">
                <a:sym typeface="Symbol" pitchFamily="18" charset="2"/>
              </a:rPr>
              <a:t></a:t>
            </a:r>
            <a:endParaRPr lang="en-US" altLang="en-US" sz="2000"/>
          </a:p>
        </p:txBody>
      </p:sp>
    </p:spTree>
    <p:extLst>
      <p:ext uri="{BB962C8B-B14F-4D97-AF65-F5344CB8AC3E}">
        <p14:creationId xmlns:p14="http://schemas.microsoft.com/office/powerpoint/2010/main" val="820832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362200" y="95250"/>
            <a:ext cx="7010400" cy="762000"/>
          </a:xfrm>
        </p:spPr>
        <p:txBody>
          <a:bodyPr>
            <a:normAutofit/>
          </a:bodyPr>
          <a:lstStyle/>
          <a:p>
            <a:r>
              <a:rPr lang="en-US" sz="4000" b="1" dirty="0">
                <a:solidFill>
                  <a:srgbClr val="FF0000"/>
                </a:solidFill>
                <a:latin typeface="Times New Roman" pitchFamily="18" charset="0"/>
              </a:rPr>
              <a:t>Performance Equation</a:t>
            </a:r>
          </a:p>
        </p:txBody>
      </p:sp>
      <p:sp>
        <p:nvSpPr>
          <p:cNvPr id="10244" name="Rectangle 5"/>
          <p:cNvSpPr txBox="1">
            <a:spLocks noChangeArrowheads="1"/>
          </p:cNvSpPr>
          <p:nvPr/>
        </p:nvSpPr>
        <p:spPr bwMode="auto">
          <a:xfrm>
            <a:off x="7381876" y="6400800"/>
            <a:ext cx="3000375" cy="506412"/>
          </a:xfrm>
          <a:prstGeom prst="rect">
            <a:avLst/>
          </a:prstGeom>
          <a:noFill/>
          <a:ln w="9525">
            <a:noFill/>
            <a:miter lim="800000"/>
            <a:headEnd/>
            <a:tailEnd/>
          </a:ln>
        </p:spPr>
        <p:txBody>
          <a:bodyPr lIns="93689" tIns="46845" rIns="93689" bIns="46845" anchor="b"/>
          <a:lstStyle/>
          <a:p>
            <a:pPr algn="r" defTabSz="936625">
              <a:spcBef>
                <a:spcPct val="50000"/>
              </a:spcBef>
            </a:pPr>
            <a:fld id="{18C4929D-9D61-4CCC-A3C6-7AE64422244C}" type="slidenum">
              <a:rPr lang="en-US" sz="1600">
                <a:latin typeface="Tahoma" pitchFamily="34" charset="0"/>
                <a:ea typeface="Tahoma" pitchFamily="34" charset="0"/>
                <a:cs typeface="Tahoma" pitchFamily="34" charset="0"/>
              </a:rPr>
              <a:pPr algn="r" defTabSz="936625">
                <a:spcBef>
                  <a:spcPct val="50000"/>
                </a:spcBef>
              </a:pPr>
              <a:t>34</a:t>
            </a:fld>
            <a:endParaRPr lang="en-US" sz="1600" dirty="0">
              <a:latin typeface="Tahoma" pitchFamily="34" charset="0"/>
              <a:ea typeface="Tahoma" pitchFamily="34" charset="0"/>
              <a:cs typeface="Tahoma" pitchFamily="34" charset="0"/>
            </a:endParaRPr>
          </a:p>
        </p:txBody>
      </p:sp>
      <p:sp>
        <p:nvSpPr>
          <p:cNvPr id="8" name="Rectangle 5"/>
          <p:cNvSpPr txBox="1">
            <a:spLocks noChangeArrowheads="1"/>
          </p:cNvSpPr>
          <p:nvPr/>
        </p:nvSpPr>
        <p:spPr bwMode="auto">
          <a:xfrm>
            <a:off x="1524000" y="6579704"/>
            <a:ext cx="1752600" cy="304800"/>
          </a:xfrm>
          <a:prstGeom prst="rect">
            <a:avLst/>
          </a:prstGeom>
          <a:noFill/>
          <a:ln w="9525">
            <a:noFill/>
            <a:miter lim="800000"/>
            <a:headEnd/>
            <a:tailEnd/>
          </a:ln>
        </p:spPr>
        <p:txBody>
          <a:bodyPr lIns="93689" tIns="46845" rIns="93689" bIns="46845" anchor="b"/>
          <a:lstStyle/>
          <a:p>
            <a:pPr algn="ctr" defTabSz="936625">
              <a:spcBef>
                <a:spcPct val="50000"/>
              </a:spcBef>
            </a:pPr>
            <a:r>
              <a:rPr lang="en-US" sz="1400" b="1" dirty="0">
                <a:latin typeface="Tahoma" pitchFamily="34" charset="0"/>
                <a:ea typeface="Tahoma" pitchFamily="34" charset="0"/>
                <a:cs typeface="Tahoma" pitchFamily="34" charset="0"/>
              </a:rPr>
              <a:t>KICT, IIUM</a:t>
            </a:r>
          </a:p>
        </p:txBody>
      </p:sp>
      <p:sp>
        <p:nvSpPr>
          <p:cNvPr id="10" name="Rectangle 54"/>
          <p:cNvSpPr>
            <a:spLocks noChangeAspect="1" noChangeArrowheads="1"/>
          </p:cNvSpPr>
          <p:nvPr/>
        </p:nvSpPr>
        <p:spPr bwMode="auto">
          <a:xfrm>
            <a:off x="1524000" y="6516364"/>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sp>
        <p:nvSpPr>
          <p:cNvPr id="11" name="Rectangle 54"/>
          <p:cNvSpPr>
            <a:spLocks noChangeAspect="1" noChangeArrowheads="1"/>
          </p:cNvSpPr>
          <p:nvPr/>
        </p:nvSpPr>
        <p:spPr bwMode="auto">
          <a:xfrm>
            <a:off x="1524000" y="938442"/>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pic>
        <p:nvPicPr>
          <p:cNvPr id="9217" name="Picture 1" descr="C:\Users\Hafiz\Desktop\images.jpg"/>
          <p:cNvPicPr>
            <a:picLocks noChangeAspect="1" noChangeArrowheads="1"/>
          </p:cNvPicPr>
          <p:nvPr/>
        </p:nvPicPr>
        <p:blipFill>
          <a:blip r:embed="rId3"/>
          <a:srcRect/>
          <a:stretch>
            <a:fillRect/>
          </a:stretch>
        </p:blipFill>
        <p:spPr bwMode="auto">
          <a:xfrm>
            <a:off x="9744076" y="2"/>
            <a:ext cx="923924" cy="923924"/>
          </a:xfrm>
          <a:prstGeom prst="rect">
            <a:avLst/>
          </a:prstGeom>
          <a:noFill/>
        </p:spPr>
      </p:pic>
      <p:sp>
        <p:nvSpPr>
          <p:cNvPr id="9" name="TextBox 8"/>
          <p:cNvSpPr txBox="1">
            <a:spLocks noChangeArrowheads="1"/>
          </p:cNvSpPr>
          <p:nvPr/>
        </p:nvSpPr>
        <p:spPr bwMode="auto">
          <a:xfrm>
            <a:off x="5419726" y="6553200"/>
            <a:ext cx="2047875" cy="304800"/>
          </a:xfrm>
          <a:prstGeom prst="rect">
            <a:avLst/>
          </a:prstGeom>
          <a:noFill/>
          <a:ln w="9525">
            <a:noFill/>
            <a:miter lim="800000"/>
            <a:headEnd/>
            <a:tailEnd/>
          </a:ln>
        </p:spPr>
        <p:txBody>
          <a:bodyPr lIns="93689" tIns="46845" rIns="93689" bIns="46845" anchor="b"/>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6625">
              <a:spcBef>
                <a:spcPct val="50000"/>
              </a:spcBef>
            </a:pPr>
            <a:r>
              <a:rPr lang="en-US" sz="1400" dirty="0">
                <a:latin typeface="Tahoma" pitchFamily="34" charset="0"/>
                <a:ea typeface="Tahoma" pitchFamily="34" charset="0"/>
                <a:cs typeface="Tahoma" pitchFamily="34" charset="0"/>
              </a:rPr>
              <a:t>Performance</a:t>
            </a:r>
          </a:p>
        </p:txBody>
      </p:sp>
      <p:sp>
        <p:nvSpPr>
          <p:cNvPr id="12" name="Text Box 3"/>
          <p:cNvSpPr txBox="1">
            <a:spLocks noChangeArrowheads="1"/>
          </p:cNvSpPr>
          <p:nvPr/>
        </p:nvSpPr>
        <p:spPr>
          <a:xfrm>
            <a:off x="1752600" y="1295401"/>
            <a:ext cx="8726488" cy="4837113"/>
          </a:xfrm>
          <a:prstGeom prst="rect">
            <a:avLst/>
          </a:prstGeom>
          <a:noFill/>
        </p:spPr>
        <p:txBody>
          <a:bodyPr vert="horz">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spcBef>
                <a:spcPct val="0"/>
              </a:spcBef>
              <a:buClrTx/>
              <a:buSzTx/>
              <a:buFontTx/>
              <a:buNone/>
            </a:pPr>
            <a:r>
              <a:rPr lang="en-US" altLang="en-US" sz="2000" dirty="0">
                <a:solidFill>
                  <a:srgbClr val="0070C0"/>
                </a:solidFill>
                <a:latin typeface="Times New Roman" pitchFamily="18" charset="0"/>
              </a:rPr>
              <a:t>Example:</a:t>
            </a:r>
          </a:p>
          <a:p>
            <a:pPr>
              <a:spcBef>
                <a:spcPct val="0"/>
              </a:spcBef>
              <a:buClrTx/>
              <a:buSzTx/>
              <a:buFontTx/>
              <a:buNone/>
            </a:pPr>
            <a:r>
              <a:rPr lang="en-US" altLang="en-US" sz="2400" dirty="0">
                <a:latin typeface="Times New Roman" pitchFamily="18" charset="0"/>
              </a:rPr>
              <a:t>If a processor runs at a 20 GHz clock rate, how long does it take for the processor to execute a program with 200 instructions (assuming 1 instruction = 1 clock cycle)?</a:t>
            </a:r>
          </a:p>
          <a:p>
            <a:pPr>
              <a:spcBef>
                <a:spcPct val="0"/>
              </a:spcBef>
              <a:buClrTx/>
              <a:buSzTx/>
              <a:buFontTx/>
              <a:buNone/>
            </a:pPr>
            <a:endParaRPr lang="en-US" altLang="en-US" sz="2400" dirty="0">
              <a:latin typeface="Times New Roman" pitchFamily="18" charset="0"/>
            </a:endParaRPr>
          </a:p>
          <a:p>
            <a:pPr>
              <a:spcBef>
                <a:spcPct val="0"/>
              </a:spcBef>
              <a:buClrTx/>
              <a:buSzTx/>
              <a:buFontTx/>
              <a:buNone/>
            </a:pPr>
            <a:r>
              <a:rPr lang="en-US" altLang="en-US" sz="2400" dirty="0">
                <a:latin typeface="Times New Roman" pitchFamily="18" charset="0"/>
              </a:rPr>
              <a:t>Clock rate/frequency = 20 G = 20x10</a:t>
            </a:r>
            <a:r>
              <a:rPr lang="en-US" altLang="en-US" sz="2400" baseline="30000" dirty="0">
                <a:latin typeface="Times New Roman" pitchFamily="18" charset="0"/>
              </a:rPr>
              <a:t>9</a:t>
            </a:r>
          </a:p>
          <a:p>
            <a:pPr>
              <a:spcBef>
                <a:spcPct val="0"/>
              </a:spcBef>
              <a:buClrTx/>
              <a:buSzTx/>
              <a:buFontTx/>
              <a:buNone/>
            </a:pPr>
            <a:r>
              <a:rPr lang="en-US" altLang="en-US" sz="2400" dirty="0">
                <a:latin typeface="Times New Roman" pitchFamily="18" charset="0"/>
              </a:rPr>
              <a:t>Clock cycle time = 1/ (20x10</a:t>
            </a:r>
            <a:r>
              <a:rPr lang="en-US" altLang="en-US" sz="2400" baseline="30000" dirty="0">
                <a:latin typeface="Times New Roman" pitchFamily="18" charset="0"/>
              </a:rPr>
              <a:t>9</a:t>
            </a:r>
            <a:r>
              <a:rPr lang="en-US" altLang="en-US" sz="2400" dirty="0">
                <a:latin typeface="Times New Roman" pitchFamily="18" charset="0"/>
              </a:rPr>
              <a:t> ) s</a:t>
            </a:r>
          </a:p>
          <a:p>
            <a:pPr>
              <a:spcBef>
                <a:spcPct val="0"/>
              </a:spcBef>
              <a:buClrTx/>
              <a:buSzTx/>
              <a:buFontTx/>
              <a:buNone/>
            </a:pPr>
            <a:r>
              <a:rPr lang="en-US" altLang="en-US" sz="2400" dirty="0">
                <a:latin typeface="Times New Roman" pitchFamily="18" charset="0"/>
              </a:rPr>
              <a:t>1 instruction = 1 clock cycle, i.e., 1 CPI</a:t>
            </a:r>
          </a:p>
          <a:p>
            <a:pPr>
              <a:spcBef>
                <a:spcPct val="0"/>
              </a:spcBef>
              <a:buClrTx/>
              <a:buSzTx/>
              <a:buFontTx/>
              <a:buNone/>
            </a:pPr>
            <a:r>
              <a:rPr lang="en-US" altLang="en-US" sz="2400" dirty="0">
                <a:latin typeface="Times New Roman" pitchFamily="18" charset="0"/>
              </a:rPr>
              <a:t>Instruction count = 200</a:t>
            </a:r>
          </a:p>
          <a:p>
            <a:pPr>
              <a:spcBef>
                <a:spcPct val="0"/>
              </a:spcBef>
              <a:buClrTx/>
              <a:buSzTx/>
              <a:buNone/>
            </a:pPr>
            <a:r>
              <a:rPr lang="en-US" altLang="en-US" sz="2400" dirty="0">
                <a:latin typeface="Times New Roman" pitchFamily="18" charset="0"/>
              </a:rPr>
              <a:t>Execution time for 200 instructions = 200 x 1 x 1/ (20x10</a:t>
            </a:r>
            <a:r>
              <a:rPr lang="en-US" altLang="en-US" sz="2400" baseline="30000" dirty="0">
                <a:latin typeface="Times New Roman" pitchFamily="18" charset="0"/>
              </a:rPr>
              <a:t>9</a:t>
            </a:r>
            <a:r>
              <a:rPr lang="en-US" altLang="en-US" sz="2400" dirty="0">
                <a:latin typeface="Times New Roman" pitchFamily="18" charset="0"/>
              </a:rPr>
              <a:t> )</a:t>
            </a:r>
          </a:p>
          <a:p>
            <a:pPr>
              <a:spcBef>
                <a:spcPct val="0"/>
              </a:spcBef>
              <a:buClrTx/>
              <a:buSzTx/>
              <a:buNone/>
            </a:pPr>
            <a:endParaRPr lang="en-US" altLang="en-US" sz="2400" baseline="30000" dirty="0">
              <a:latin typeface="Times New Roman" pitchFamily="18" charset="0"/>
            </a:endParaRPr>
          </a:p>
          <a:p>
            <a:pPr>
              <a:spcBef>
                <a:spcPct val="0"/>
              </a:spcBef>
              <a:buClrTx/>
              <a:buSzTx/>
              <a:buNone/>
            </a:pPr>
            <a:r>
              <a:rPr lang="en-US" altLang="en-US" sz="2400" baseline="30000" dirty="0">
                <a:latin typeface="Times New Roman" pitchFamily="18" charset="0"/>
              </a:rPr>
              <a:t>                                                                                     </a:t>
            </a:r>
            <a:r>
              <a:rPr lang="en-US" altLang="en-US" sz="2400" dirty="0">
                <a:latin typeface="Times New Roman" pitchFamily="18" charset="0"/>
              </a:rPr>
              <a:t>= 10 x 10</a:t>
            </a:r>
            <a:r>
              <a:rPr lang="en-US" altLang="en-US" sz="2400" baseline="30000" dirty="0">
                <a:latin typeface="Times New Roman" pitchFamily="18" charset="0"/>
              </a:rPr>
              <a:t>-9 </a:t>
            </a:r>
            <a:r>
              <a:rPr lang="en-US" altLang="en-US" sz="2400" dirty="0">
                <a:latin typeface="Times New Roman" pitchFamily="18" charset="0"/>
              </a:rPr>
              <a:t>s = 10 ns</a:t>
            </a:r>
          </a:p>
          <a:p>
            <a:pPr>
              <a:spcBef>
                <a:spcPct val="0"/>
              </a:spcBef>
              <a:buClrTx/>
              <a:buSzTx/>
              <a:buFontTx/>
              <a:buNone/>
            </a:pPr>
            <a:endParaRPr lang="en-US" altLang="en-US" sz="2000" baseline="30000" dirty="0">
              <a:latin typeface="Times New Roman" pitchFamily="18" charset="0"/>
            </a:endParaRPr>
          </a:p>
          <a:p>
            <a:pPr>
              <a:buFont typeface="Wingdings" pitchFamily="2" charset="2"/>
              <a:buNone/>
            </a:pPr>
            <a:endParaRPr lang="en-US" altLang="en-US" sz="2800" dirty="0">
              <a:latin typeface="Times New Roman" pitchFamily="18" charset="0"/>
            </a:endParaRPr>
          </a:p>
        </p:txBody>
      </p:sp>
    </p:spTree>
    <p:extLst>
      <p:ext uri="{BB962C8B-B14F-4D97-AF65-F5344CB8AC3E}">
        <p14:creationId xmlns:p14="http://schemas.microsoft.com/office/powerpoint/2010/main" val="3456782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362200" y="95250"/>
            <a:ext cx="7010400" cy="762000"/>
          </a:xfrm>
        </p:spPr>
        <p:txBody>
          <a:bodyPr>
            <a:normAutofit/>
          </a:bodyPr>
          <a:lstStyle/>
          <a:p>
            <a:r>
              <a:rPr lang="en-US" b="1" dirty="0">
                <a:solidFill>
                  <a:srgbClr val="FF0000"/>
                </a:solidFill>
                <a:latin typeface="Times New Roman" pitchFamily="18" charset="0"/>
              </a:rPr>
              <a:t>Factors affecting CPI</a:t>
            </a:r>
          </a:p>
        </p:txBody>
      </p:sp>
      <p:sp>
        <p:nvSpPr>
          <p:cNvPr id="10244" name="Rectangle 5"/>
          <p:cNvSpPr txBox="1">
            <a:spLocks noChangeArrowheads="1"/>
          </p:cNvSpPr>
          <p:nvPr/>
        </p:nvSpPr>
        <p:spPr bwMode="auto">
          <a:xfrm>
            <a:off x="7381876" y="6400800"/>
            <a:ext cx="3000375" cy="506412"/>
          </a:xfrm>
          <a:prstGeom prst="rect">
            <a:avLst/>
          </a:prstGeom>
          <a:noFill/>
          <a:ln w="9525">
            <a:noFill/>
            <a:miter lim="800000"/>
            <a:headEnd/>
            <a:tailEnd/>
          </a:ln>
        </p:spPr>
        <p:txBody>
          <a:bodyPr lIns="93689" tIns="46845" rIns="93689" bIns="46845" anchor="b"/>
          <a:lstStyle/>
          <a:p>
            <a:pPr algn="r" defTabSz="936625">
              <a:spcBef>
                <a:spcPct val="50000"/>
              </a:spcBef>
            </a:pPr>
            <a:fld id="{18C4929D-9D61-4CCC-A3C6-7AE64422244C}" type="slidenum">
              <a:rPr lang="en-US" sz="1600">
                <a:latin typeface="Tahoma" pitchFamily="34" charset="0"/>
                <a:ea typeface="Tahoma" pitchFamily="34" charset="0"/>
                <a:cs typeface="Tahoma" pitchFamily="34" charset="0"/>
              </a:rPr>
              <a:pPr algn="r" defTabSz="936625">
                <a:spcBef>
                  <a:spcPct val="50000"/>
                </a:spcBef>
              </a:pPr>
              <a:t>35</a:t>
            </a:fld>
            <a:endParaRPr lang="en-US" sz="1600" dirty="0">
              <a:latin typeface="Tahoma" pitchFamily="34" charset="0"/>
              <a:ea typeface="Tahoma" pitchFamily="34" charset="0"/>
              <a:cs typeface="Tahoma" pitchFamily="34" charset="0"/>
            </a:endParaRPr>
          </a:p>
        </p:txBody>
      </p:sp>
      <p:sp>
        <p:nvSpPr>
          <p:cNvPr id="13" name="Rectangle 3"/>
          <p:cNvSpPr>
            <a:spLocks noChangeArrowheads="1"/>
          </p:cNvSpPr>
          <p:nvPr/>
        </p:nvSpPr>
        <p:spPr bwMode="auto">
          <a:xfrm>
            <a:off x="1752600" y="1385888"/>
            <a:ext cx="8763000" cy="4481513"/>
          </a:xfrm>
          <a:prstGeom prst="rect">
            <a:avLst/>
          </a:prstGeom>
          <a:noFill/>
          <a:ln w="9525">
            <a:noFill/>
            <a:miter lim="800000"/>
            <a:headEnd/>
            <a:tailEnd/>
          </a:ln>
        </p:spPr>
        <p:txBody>
          <a:bodyPr anchor="ctr"/>
          <a:lstStyle/>
          <a:p>
            <a:pPr marL="203200" indent="-203200">
              <a:spcBef>
                <a:spcPct val="20000"/>
              </a:spcBef>
              <a:buClr>
                <a:schemeClr val="accent1"/>
              </a:buClr>
              <a:buSzPct val="90000"/>
              <a:buBlip>
                <a:blip r:embed="rId3"/>
              </a:buBlip>
            </a:pPr>
            <a:r>
              <a:rPr lang="en-US" sz="3600" dirty="0"/>
              <a:t> The performance of the pipeline which is the technique used by all modern processors to execute instructions</a:t>
            </a:r>
          </a:p>
          <a:p>
            <a:pPr marL="203200" indent="-203200">
              <a:spcBef>
                <a:spcPct val="20000"/>
              </a:spcBef>
              <a:buClr>
                <a:schemeClr val="accent1"/>
              </a:buClr>
              <a:buSzPct val="90000"/>
              <a:buBlip>
                <a:blip r:embed="rId3"/>
              </a:buBlip>
            </a:pPr>
            <a:r>
              <a:rPr lang="en-US" sz="3600" dirty="0">
                <a:cs typeface="Times New Roman" pitchFamily="18" charset="0"/>
              </a:rPr>
              <a:t> </a:t>
            </a:r>
            <a:r>
              <a:rPr lang="en-US" sz="3600" dirty="0"/>
              <a:t>The performance of the memory system.</a:t>
            </a:r>
            <a:endParaRPr lang="en-US" sz="3600" dirty="0">
              <a:cs typeface="Times New Roman" pitchFamily="18" charset="0"/>
            </a:endParaRPr>
          </a:p>
        </p:txBody>
      </p:sp>
      <p:sp>
        <p:nvSpPr>
          <p:cNvPr id="8" name="Rectangle 5"/>
          <p:cNvSpPr txBox="1">
            <a:spLocks noChangeArrowheads="1"/>
          </p:cNvSpPr>
          <p:nvPr/>
        </p:nvSpPr>
        <p:spPr bwMode="auto">
          <a:xfrm>
            <a:off x="1524000" y="6579704"/>
            <a:ext cx="1752600" cy="304800"/>
          </a:xfrm>
          <a:prstGeom prst="rect">
            <a:avLst/>
          </a:prstGeom>
          <a:noFill/>
          <a:ln w="9525">
            <a:noFill/>
            <a:miter lim="800000"/>
            <a:headEnd/>
            <a:tailEnd/>
          </a:ln>
        </p:spPr>
        <p:txBody>
          <a:bodyPr lIns="93689" tIns="46845" rIns="93689" bIns="46845" anchor="b"/>
          <a:lstStyle/>
          <a:p>
            <a:pPr algn="ctr" defTabSz="936625">
              <a:spcBef>
                <a:spcPct val="50000"/>
              </a:spcBef>
            </a:pPr>
            <a:r>
              <a:rPr lang="en-US" sz="1400" b="1" dirty="0">
                <a:latin typeface="Tahoma" pitchFamily="34" charset="0"/>
                <a:ea typeface="Tahoma" pitchFamily="34" charset="0"/>
                <a:cs typeface="Tahoma" pitchFamily="34" charset="0"/>
              </a:rPr>
              <a:t>KICT, IIUM</a:t>
            </a:r>
          </a:p>
        </p:txBody>
      </p:sp>
      <p:sp>
        <p:nvSpPr>
          <p:cNvPr id="10" name="Rectangle 54"/>
          <p:cNvSpPr>
            <a:spLocks noChangeAspect="1" noChangeArrowheads="1"/>
          </p:cNvSpPr>
          <p:nvPr/>
        </p:nvSpPr>
        <p:spPr bwMode="auto">
          <a:xfrm>
            <a:off x="1524000" y="6516364"/>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sp>
        <p:nvSpPr>
          <p:cNvPr id="11" name="Rectangle 54"/>
          <p:cNvSpPr>
            <a:spLocks noChangeAspect="1" noChangeArrowheads="1"/>
          </p:cNvSpPr>
          <p:nvPr/>
        </p:nvSpPr>
        <p:spPr bwMode="auto">
          <a:xfrm>
            <a:off x="1524000" y="938442"/>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pic>
        <p:nvPicPr>
          <p:cNvPr id="9217" name="Picture 1" descr="C:\Users\Hafiz\Desktop\images.jpg"/>
          <p:cNvPicPr>
            <a:picLocks noChangeAspect="1" noChangeArrowheads="1"/>
          </p:cNvPicPr>
          <p:nvPr/>
        </p:nvPicPr>
        <p:blipFill>
          <a:blip r:embed="rId4"/>
          <a:srcRect/>
          <a:stretch>
            <a:fillRect/>
          </a:stretch>
        </p:blipFill>
        <p:spPr bwMode="auto">
          <a:xfrm>
            <a:off x="9744076" y="2"/>
            <a:ext cx="923924" cy="923924"/>
          </a:xfrm>
          <a:prstGeom prst="rect">
            <a:avLst/>
          </a:prstGeom>
          <a:noFill/>
        </p:spPr>
      </p:pic>
    </p:spTree>
    <p:extLst>
      <p:ext uri="{BB962C8B-B14F-4D97-AF65-F5344CB8AC3E}">
        <p14:creationId xmlns:p14="http://schemas.microsoft.com/office/powerpoint/2010/main" val="2263500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txBox="1">
            <a:spLocks noChangeArrowheads="1"/>
          </p:cNvSpPr>
          <p:nvPr/>
        </p:nvSpPr>
        <p:spPr bwMode="auto">
          <a:xfrm>
            <a:off x="1524000" y="6579704"/>
            <a:ext cx="1752600" cy="304800"/>
          </a:xfrm>
          <a:prstGeom prst="rect">
            <a:avLst/>
          </a:prstGeom>
          <a:noFill/>
          <a:ln w="9525">
            <a:noFill/>
            <a:miter lim="800000"/>
            <a:headEnd/>
            <a:tailEnd/>
          </a:ln>
        </p:spPr>
        <p:txBody>
          <a:bodyPr lIns="93689" tIns="46845" rIns="93689" bIns="46845" anchor="b"/>
          <a:lstStyle/>
          <a:p>
            <a:pPr algn="ctr" defTabSz="936625">
              <a:spcBef>
                <a:spcPct val="50000"/>
              </a:spcBef>
            </a:pPr>
            <a:r>
              <a:rPr lang="en-US" sz="1400" b="1" dirty="0">
                <a:latin typeface="Tahoma" pitchFamily="34" charset="0"/>
                <a:ea typeface="Tahoma" pitchFamily="34" charset="0"/>
                <a:cs typeface="Tahoma" pitchFamily="34" charset="0"/>
              </a:rPr>
              <a:t>KICT, IIUM</a:t>
            </a:r>
          </a:p>
        </p:txBody>
      </p:sp>
      <p:sp>
        <p:nvSpPr>
          <p:cNvPr id="6" name="Rectangle 54"/>
          <p:cNvSpPr>
            <a:spLocks noChangeAspect="1" noChangeArrowheads="1"/>
          </p:cNvSpPr>
          <p:nvPr/>
        </p:nvSpPr>
        <p:spPr bwMode="auto">
          <a:xfrm>
            <a:off x="1524000" y="6516364"/>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sp>
        <p:nvSpPr>
          <p:cNvPr id="7" name="Rectangle 54"/>
          <p:cNvSpPr>
            <a:spLocks noChangeAspect="1" noChangeArrowheads="1"/>
          </p:cNvSpPr>
          <p:nvPr/>
        </p:nvSpPr>
        <p:spPr bwMode="auto">
          <a:xfrm>
            <a:off x="1524000" y="938442"/>
            <a:ext cx="9144000" cy="81287"/>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0" scaled="1"/>
          </a:gradFill>
          <a:ln w="9525">
            <a:solidFill>
              <a:schemeClr val="tx1"/>
            </a:solidFill>
            <a:miter lim="800000"/>
            <a:headEnd/>
            <a:tailEnd/>
          </a:ln>
          <a:effectLst/>
        </p:spPr>
        <p:txBody>
          <a:bodyPr wrap="none" anchor="ctr"/>
          <a:lstStyle/>
          <a:p>
            <a:pPr>
              <a:defRPr/>
            </a:pPr>
            <a:endParaRPr lang="en-US" dirty="0"/>
          </a:p>
        </p:txBody>
      </p:sp>
      <p:pic>
        <p:nvPicPr>
          <p:cNvPr id="8" name="Picture 1" descr="C:\Users\Hafiz\Desktop\images.jpg"/>
          <p:cNvPicPr>
            <a:picLocks noChangeAspect="1" noChangeArrowheads="1"/>
          </p:cNvPicPr>
          <p:nvPr/>
        </p:nvPicPr>
        <p:blipFill>
          <a:blip r:embed="rId2"/>
          <a:srcRect/>
          <a:stretch>
            <a:fillRect/>
          </a:stretch>
        </p:blipFill>
        <p:spPr bwMode="auto">
          <a:xfrm>
            <a:off x="9744076" y="2"/>
            <a:ext cx="923924" cy="923924"/>
          </a:xfrm>
          <a:prstGeom prst="rect">
            <a:avLst/>
          </a:prstGeom>
          <a:noFill/>
        </p:spPr>
      </p:pic>
      <p:sp>
        <p:nvSpPr>
          <p:cNvPr id="9" name="Rectangle 2"/>
          <p:cNvSpPr txBox="1">
            <a:spLocks noChangeArrowheads="1"/>
          </p:cNvSpPr>
          <p:nvPr/>
        </p:nvSpPr>
        <p:spPr>
          <a:xfrm>
            <a:off x="2362200" y="95250"/>
            <a:ext cx="7010400" cy="762000"/>
          </a:xfrm>
          <a:prstGeom prst="rect">
            <a:avLst/>
          </a:prstGeom>
        </p:spPr>
        <p:txBody>
          <a:bodyPr vert="horz" lIns="0" rIns="0" bIns="0" anchor="b">
            <a:normAutofit/>
          </a:bodyPr>
          <a:lstStyle/>
          <a:p>
            <a:pPr>
              <a:spcBef>
                <a:spcPct val="0"/>
              </a:spcBef>
              <a:defRPr/>
            </a:pPr>
            <a:r>
              <a:rPr lang="en-US" sz="4400" b="1" dirty="0">
                <a:solidFill>
                  <a:srgbClr val="FF0000"/>
                </a:solidFill>
                <a:latin typeface="Times New Roman" pitchFamily="18" charset="0"/>
                <a:ea typeface="+mj-ea"/>
                <a:cs typeface="+mj-cs"/>
              </a:rPr>
              <a:t>Summary </a:t>
            </a:r>
          </a:p>
        </p:txBody>
      </p:sp>
      <p:sp>
        <p:nvSpPr>
          <p:cNvPr id="10" name="Rectangle 5"/>
          <p:cNvSpPr txBox="1">
            <a:spLocks noChangeArrowheads="1"/>
          </p:cNvSpPr>
          <p:nvPr/>
        </p:nvSpPr>
        <p:spPr bwMode="auto">
          <a:xfrm>
            <a:off x="7381876" y="6400800"/>
            <a:ext cx="3000375" cy="506412"/>
          </a:xfrm>
          <a:prstGeom prst="rect">
            <a:avLst/>
          </a:prstGeom>
          <a:noFill/>
          <a:ln w="9525">
            <a:noFill/>
            <a:miter lim="800000"/>
            <a:headEnd/>
            <a:tailEnd/>
          </a:ln>
        </p:spPr>
        <p:txBody>
          <a:bodyPr lIns="93689" tIns="46845" rIns="93689" bIns="46845" anchor="b"/>
          <a:lstStyle/>
          <a:p>
            <a:pPr algn="r" defTabSz="936625">
              <a:spcBef>
                <a:spcPct val="50000"/>
              </a:spcBef>
            </a:pPr>
            <a:fld id="{18C4929D-9D61-4CCC-A3C6-7AE64422244C}" type="slidenum">
              <a:rPr lang="en-US" sz="1600">
                <a:latin typeface="Tahoma" pitchFamily="34" charset="0"/>
                <a:ea typeface="Tahoma" pitchFamily="34" charset="0"/>
                <a:cs typeface="Tahoma" pitchFamily="34" charset="0"/>
              </a:rPr>
              <a:pPr algn="r" defTabSz="936625">
                <a:spcBef>
                  <a:spcPct val="50000"/>
                </a:spcBef>
              </a:pPr>
              <a:t>36</a:t>
            </a:fld>
            <a:endParaRPr lang="en-US" sz="1600" dirty="0">
              <a:latin typeface="Tahoma" pitchFamily="34" charset="0"/>
              <a:ea typeface="Tahoma" pitchFamily="34" charset="0"/>
              <a:cs typeface="Tahoma" pitchFamily="34" charset="0"/>
            </a:endParaRPr>
          </a:p>
        </p:txBody>
      </p:sp>
      <p:sp>
        <p:nvSpPr>
          <p:cNvPr id="11" name="TextBox 10"/>
          <p:cNvSpPr txBox="1">
            <a:spLocks noChangeArrowheads="1"/>
          </p:cNvSpPr>
          <p:nvPr/>
        </p:nvSpPr>
        <p:spPr bwMode="auto">
          <a:xfrm>
            <a:off x="5419726" y="6553200"/>
            <a:ext cx="2047875" cy="304800"/>
          </a:xfrm>
          <a:prstGeom prst="rect">
            <a:avLst/>
          </a:prstGeom>
          <a:noFill/>
          <a:ln w="9525">
            <a:noFill/>
            <a:miter lim="800000"/>
            <a:headEnd/>
            <a:tailEnd/>
          </a:ln>
        </p:spPr>
        <p:txBody>
          <a:bodyPr lIns="93689" tIns="46845" rIns="93689" bIns="46845" anchor="b"/>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6625">
              <a:spcBef>
                <a:spcPct val="50000"/>
              </a:spcBef>
            </a:pPr>
            <a:r>
              <a:rPr lang="en-US" sz="1400" dirty="0">
                <a:latin typeface="Tahoma" pitchFamily="34" charset="0"/>
                <a:ea typeface="Tahoma" pitchFamily="34" charset="0"/>
                <a:cs typeface="Tahoma" pitchFamily="34" charset="0"/>
              </a:rPr>
              <a:t>Performance</a:t>
            </a:r>
          </a:p>
        </p:txBody>
      </p:sp>
      <p:sp>
        <p:nvSpPr>
          <p:cNvPr id="12" name="Rectangle 2"/>
          <p:cNvSpPr txBox="1">
            <a:spLocks noChangeArrowheads="1"/>
          </p:cNvSpPr>
          <p:nvPr/>
        </p:nvSpPr>
        <p:spPr>
          <a:xfrm>
            <a:off x="1676400" y="1249680"/>
            <a:ext cx="8991600" cy="4389120"/>
          </a:xfrm>
          <a:prstGeom prst="rect">
            <a:avLst/>
          </a:prstGeo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lnSpc>
                <a:spcPct val="140000"/>
              </a:lnSpc>
            </a:pPr>
            <a:r>
              <a:rPr lang="en-US" altLang="en-US" sz="2400" dirty="0">
                <a:latin typeface="Arial" panose="020B0604020202020204" pitchFamily="34" charset="0"/>
                <a:cs typeface="Arial" panose="020B0604020202020204" pitchFamily="34" charset="0"/>
              </a:rPr>
              <a:t>Performance is specific to a particular program</a:t>
            </a:r>
          </a:p>
          <a:p>
            <a:pPr lvl="1">
              <a:lnSpc>
                <a:spcPct val="90000"/>
              </a:lnSpc>
            </a:pPr>
            <a:r>
              <a:rPr lang="en-US" altLang="en-US" sz="2000" dirty="0">
                <a:latin typeface="Arial" panose="020B0604020202020204" pitchFamily="34" charset="0"/>
                <a:cs typeface="Arial" panose="020B0604020202020204" pitchFamily="34" charset="0"/>
              </a:rPr>
              <a:t>total execution time is a consistent summary of performance</a:t>
            </a:r>
          </a:p>
          <a:p>
            <a:pPr>
              <a:lnSpc>
                <a:spcPct val="140000"/>
              </a:lnSpc>
            </a:pPr>
            <a:r>
              <a:rPr lang="en-US" altLang="en-US" sz="2400" dirty="0">
                <a:latin typeface="Arial" panose="020B0604020202020204" pitchFamily="34" charset="0"/>
                <a:cs typeface="Arial" panose="020B0604020202020204" pitchFamily="34" charset="0"/>
              </a:rPr>
              <a:t>For a given architecture performance increases come from:</a:t>
            </a:r>
          </a:p>
          <a:p>
            <a:pPr lvl="1">
              <a:lnSpc>
                <a:spcPct val="90000"/>
              </a:lnSpc>
            </a:pPr>
            <a:r>
              <a:rPr lang="en-US" altLang="en-US" sz="2000" dirty="0">
                <a:latin typeface="Arial" panose="020B0604020202020204" pitchFamily="34" charset="0"/>
                <a:cs typeface="Arial" panose="020B0604020202020204" pitchFamily="34" charset="0"/>
              </a:rPr>
              <a:t>increases in clock rate (without adverse CPI affects)</a:t>
            </a:r>
          </a:p>
          <a:p>
            <a:pPr lvl="1">
              <a:lnSpc>
                <a:spcPct val="90000"/>
              </a:lnSpc>
            </a:pPr>
            <a:r>
              <a:rPr lang="en-US" altLang="en-US" sz="2000" dirty="0">
                <a:latin typeface="Arial" panose="020B0604020202020204" pitchFamily="34" charset="0"/>
                <a:cs typeface="Arial" panose="020B0604020202020204" pitchFamily="34" charset="0"/>
              </a:rPr>
              <a:t>improvements in processor organization that lower CPI</a:t>
            </a:r>
          </a:p>
          <a:p>
            <a:pPr lvl="1">
              <a:lnSpc>
                <a:spcPct val="90000"/>
              </a:lnSpc>
            </a:pPr>
            <a:r>
              <a:rPr lang="en-US" altLang="en-US" sz="2000" dirty="0">
                <a:latin typeface="Arial" panose="020B0604020202020204" pitchFamily="34" charset="0"/>
                <a:cs typeface="Arial" panose="020B0604020202020204" pitchFamily="34" charset="0"/>
              </a:rPr>
              <a:t>compiler enhancements that lower CPI and/or instruction count</a:t>
            </a:r>
          </a:p>
          <a:p>
            <a:pPr>
              <a:lnSpc>
                <a:spcPct val="140000"/>
              </a:lnSpc>
            </a:pPr>
            <a:r>
              <a:rPr lang="en-US" altLang="en-US" sz="2400" i="1" dirty="0">
                <a:latin typeface="Arial" panose="020B0604020202020204" pitchFamily="34" charset="0"/>
                <a:cs typeface="Arial" panose="020B0604020202020204" pitchFamily="34" charset="0"/>
              </a:rPr>
              <a:t>Pitfall</a:t>
            </a:r>
            <a:r>
              <a:rPr lang="en-US" altLang="en-US" sz="2400" dirty="0">
                <a:latin typeface="Arial" panose="020B0604020202020204" pitchFamily="34" charset="0"/>
                <a:cs typeface="Arial" panose="020B0604020202020204" pitchFamily="34" charset="0"/>
              </a:rPr>
              <a:t>: expecting improvement in one aspect of a machine’s performance to affect the total performance</a:t>
            </a:r>
          </a:p>
          <a:p>
            <a:pPr>
              <a:lnSpc>
                <a:spcPct val="140000"/>
              </a:lnSpc>
            </a:pPr>
            <a:r>
              <a:rPr lang="en-US" altLang="en-US" sz="2400" dirty="0">
                <a:latin typeface="Arial" panose="020B0604020202020204" pitchFamily="34" charset="0"/>
                <a:cs typeface="Arial" panose="020B0604020202020204" pitchFamily="34" charset="0"/>
              </a:rPr>
              <a:t>Execution Time is the BEST </a:t>
            </a:r>
            <a:r>
              <a:rPr lang="en-US" altLang="en-US" sz="2400" dirty="0">
                <a:solidFill>
                  <a:srgbClr val="FF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484374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WireframeBuilding">
      <a:dk1>
        <a:srgbClr val="404040"/>
      </a:dk1>
      <a:lt1>
        <a:sysClr val="window" lastClr="FFFFFF"/>
      </a:lt1>
      <a:dk2>
        <a:srgbClr val="000000"/>
      </a:dk2>
      <a:lt2>
        <a:srgbClr val="E4F9F9"/>
      </a:lt2>
      <a:accent1>
        <a:srgbClr val="1BDCFF"/>
      </a:accent1>
      <a:accent2>
        <a:srgbClr val="3AC673"/>
      </a:accent2>
      <a:accent3>
        <a:srgbClr val="F6BD1E"/>
      </a:accent3>
      <a:accent4>
        <a:srgbClr val="C74167"/>
      </a:accent4>
      <a:accent5>
        <a:srgbClr val="F17E1F"/>
      </a:accent5>
      <a:accent6>
        <a:srgbClr val="6681CC"/>
      </a:accent6>
      <a:hlink>
        <a:srgbClr val="F17E1F"/>
      </a:hlink>
      <a:folHlink>
        <a:srgbClr val="96969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WireframeBuilding">
      <a:dk1>
        <a:srgbClr val="404040"/>
      </a:dk1>
      <a:lt1>
        <a:sysClr val="window" lastClr="FFFFFF"/>
      </a:lt1>
      <a:dk2>
        <a:srgbClr val="000000"/>
      </a:dk2>
      <a:lt2>
        <a:srgbClr val="E4F9F9"/>
      </a:lt2>
      <a:accent1>
        <a:srgbClr val="1BDCFF"/>
      </a:accent1>
      <a:accent2>
        <a:srgbClr val="3AC673"/>
      </a:accent2>
      <a:accent3>
        <a:srgbClr val="F6BD1E"/>
      </a:accent3>
      <a:accent4>
        <a:srgbClr val="C74167"/>
      </a:accent4>
      <a:accent5>
        <a:srgbClr val="F17E1F"/>
      </a:accent5>
      <a:accent6>
        <a:srgbClr val="6681CC"/>
      </a:accent6>
      <a:hlink>
        <a:srgbClr val="F17E1F"/>
      </a:hlink>
      <a:folHlink>
        <a:srgbClr val="96969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Props1.xml><?xml version="1.0" encoding="utf-8"?>
<ds:datastoreItem xmlns:ds="http://schemas.openxmlformats.org/officeDocument/2006/customXml" ds:itemID="{2E6DFB71-5650-4E53-8134-FCF33ECDD3D1}">
  <ds:schemaRefs>
    <ds:schemaRef ds:uri="http://schemas.microsoft.com/sharepoint/v3/contenttype/forms"/>
  </ds:schemaRefs>
</ds:datastoreItem>
</file>

<file path=customXml/itemProps2.xml><?xml version="1.0" encoding="utf-8"?>
<ds:datastoreItem xmlns:ds="http://schemas.openxmlformats.org/officeDocument/2006/customXml" ds:itemID="{8DD6EEDF-527A-4587-A446-F1DE3EAF9DA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630C5B9-1E5F-4356-968E-2FC64955BFF3}">
  <ds:schemaRefs>
    <ds:schemaRef ds:uri="http://schemas.microsoft.com/office/2006/metadata/properties"/>
    <ds:schemaRef ds:uri="http://schemas.microsoft.com/office/infopath/2007/PartnerControls"/>
    <ds:schemaRef ds:uri="40262f94-9f35-4ac3-9a90-690165a166b7"/>
  </ds:schemaRefs>
</ds:datastoreItem>
</file>

<file path=docProps/app.xml><?xml version="1.0" encoding="utf-8"?>
<Properties xmlns="http://schemas.openxmlformats.org/officeDocument/2006/extended-properties" xmlns:vt="http://schemas.openxmlformats.org/officeDocument/2006/docPropsVTypes">
  <Template/>
  <TotalTime>7058</TotalTime>
  <Words>3653</Words>
  <Application>Microsoft Office PowerPoint</Application>
  <PresentationFormat>Widescreen</PresentationFormat>
  <Paragraphs>419</Paragraphs>
  <Slides>36</Slides>
  <Notes>25</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50" baseType="lpstr">
      <vt:lpstr>Arial</vt:lpstr>
      <vt:lpstr>Arial Rounded MT Bold</vt:lpstr>
      <vt:lpstr>Calibri</vt:lpstr>
      <vt:lpstr>Calibri Light</vt:lpstr>
      <vt:lpstr>Cambria Math</vt:lpstr>
      <vt:lpstr>Helvetica</vt:lpstr>
      <vt:lpstr>LinePrinter</vt:lpstr>
      <vt:lpstr>Söhne</vt:lpstr>
      <vt:lpstr>Tahoma</vt:lpstr>
      <vt:lpstr>Times New Roman</vt:lpstr>
      <vt:lpstr>Wingdings</vt:lpstr>
      <vt:lpstr>Wingdings 2</vt:lpstr>
      <vt:lpstr>Office Theme</vt:lpstr>
      <vt:lpstr>Equation</vt:lpstr>
      <vt:lpstr>INTRODUCTION TO COMPUTER ARCHITECTURE AND  ASSEMBLY LANGUAGE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Who Uses Assembly Language</vt:lpstr>
      <vt:lpstr>PERFORMANCE</vt:lpstr>
      <vt:lpstr>Performance</vt:lpstr>
      <vt:lpstr>What is Performance?</vt:lpstr>
      <vt:lpstr>Computer Performance</vt:lpstr>
      <vt:lpstr>Execution Time</vt:lpstr>
      <vt:lpstr>Performance Comparison</vt:lpstr>
      <vt:lpstr>Clock Cycles</vt:lpstr>
      <vt:lpstr>Performance Equation </vt:lpstr>
      <vt:lpstr>How many cycles are required for a program?</vt:lpstr>
      <vt:lpstr>How many cycles are required for a program?</vt:lpstr>
      <vt:lpstr>PowerPoint Presentation</vt:lpstr>
      <vt:lpstr>Terminology</vt:lpstr>
      <vt:lpstr>Performance Measure</vt:lpstr>
      <vt:lpstr>Performance Equation</vt:lpstr>
      <vt:lpstr>Performance Equation</vt:lpstr>
      <vt:lpstr>Factors affecting CPI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architecture and assembly language</dc:title>
  <dc:creator>Mohd Zaki Mohtar</dc:creator>
  <cp:lastModifiedBy>HAFIZAH BINTI MANSOR</cp:lastModifiedBy>
  <cp:revision>7</cp:revision>
  <dcterms:created xsi:type="dcterms:W3CDTF">2017-09-06T06:29:20Z</dcterms:created>
  <dcterms:modified xsi:type="dcterms:W3CDTF">2023-10-10T02:10:18Z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